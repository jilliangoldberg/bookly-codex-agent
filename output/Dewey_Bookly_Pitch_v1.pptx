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ca6828afb1b44ca" /><Relationship Type="http://schemas.openxmlformats.org/officeDocument/2006/relationships/extended-properties" Target="/docProps/app.xml" Id="R1484354d1a9b4e30" /><Relationship Type="http://schemas.openxmlformats.org/officeDocument/2006/relationships/officeDocument" Target="/ppt/presentation.xml" Id="R0fedcbe5b5524019" /></Relationships>
</file>

<file path=ppt/presentation.xml><?xml version="1.0" encoding="utf-8"?>
<p:presentation xmlns:p="http://schemas.openxmlformats.org/presentationml/2006/main">
  <p:sldMasterIdLst>
    <p:sldMasterId xmlns:r="http://schemas.openxmlformats.org/officeDocument/2006/relationships" id="2147483648" r:id="Re8d20c848b724ea2"/>
  </p:sldMasterIdLst>
  <p:notesMasterIdLst>
    <p:notesMasterId xmlns:r="http://schemas.openxmlformats.org/officeDocument/2006/relationships" r:id="R6c3730eca0674754"/>
  </p:notesMasterIdLst>
  <p:sldIdLst>
    <p:sldId xmlns:r="http://schemas.openxmlformats.org/officeDocument/2006/relationships" id="256" r:id="R92de3e10015f4575"/>
    <p:sldId xmlns:r="http://schemas.openxmlformats.org/officeDocument/2006/relationships" id="257" r:id="R03b6d2a6d2ec46ef"/>
    <p:sldId xmlns:r="http://schemas.openxmlformats.org/officeDocument/2006/relationships" id="258" r:id="R5070c8525705423a"/>
    <p:sldId xmlns:r="http://schemas.openxmlformats.org/officeDocument/2006/relationships" id="259" r:id="Rfeb09c3d4fae4fa0"/>
    <p:sldId xmlns:r="http://schemas.openxmlformats.org/officeDocument/2006/relationships" id="260" r:id="R19dab9c2c6e2418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a7369d6e8224b82" /><Relationship Type="http://schemas.openxmlformats.org/officeDocument/2006/relationships/slideMaster" Target="/ppt/slideMasters/slideMaster1.xml" Id="Re8d20c848b724ea2" /><Relationship Type="http://schemas.openxmlformats.org/officeDocument/2006/relationships/notesMaster" Target="/ppt/notesMasters/notesMaster1.xml" Id="R6c3730eca0674754" /><Relationship Type="http://schemas.openxmlformats.org/officeDocument/2006/relationships/presProps" Target="/ppt/presProps.xml" Id="R28c296a91260499a" /><Relationship Type="http://schemas.openxmlformats.org/officeDocument/2006/relationships/tableStyles" Target="/ppt/tableStyles.xml" Id="Rc943af052b714739" /><Relationship Type="http://schemas.openxmlformats.org/officeDocument/2006/relationships/slide" Target="/ppt/slides/slide1.xml" Id="R92de3e10015f4575" /><Relationship Type="http://schemas.openxmlformats.org/officeDocument/2006/relationships/slide" Target="/ppt/slides/slide2.xml" Id="R03b6d2a6d2ec46ef" /><Relationship Type="http://schemas.openxmlformats.org/officeDocument/2006/relationships/slide" Target="/ppt/slides/slide3.xml" Id="R5070c8525705423a" /><Relationship Type="http://schemas.openxmlformats.org/officeDocument/2006/relationships/slide" Target="/ppt/slides/slide4.xml" Id="Rfeb09c3d4fae4fa0" /><Relationship Type="http://schemas.openxmlformats.org/officeDocument/2006/relationships/slide" Target="/ppt/slides/slide5.xml" Id="R19dab9c2c6e2418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9ecd5cc1ca2469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c6507b5a5ca412c" /><Relationship Type="http://schemas.openxmlformats.org/officeDocument/2006/relationships/notesMaster" Target="/ppt/notesMasters/notesMaster1.xml" Id="Rcf497ccb844a4ff5" /></Relationships>
</file>

<file path=ppt/notesSlides/_rels/notesSlide2.xml.rels>&#65279;<?xml version="1.0" encoding="utf-8"?><Relationships xmlns="http://schemas.openxmlformats.org/package/2006/relationships"><Relationship Type="http://schemas.openxmlformats.org/officeDocument/2006/relationships/slide" Target="/ppt/slides/slide2.xml" Id="Rce75efe79aff4159" /><Relationship Type="http://schemas.openxmlformats.org/officeDocument/2006/relationships/notesMaster" Target="/ppt/notesMasters/notesMaster1.xml" Id="R0e4463eeb0484d0f" /></Relationships>
</file>

<file path=ppt/notesSlides/_rels/notesSlide3.xml.rels>&#65279;<?xml version="1.0" encoding="utf-8"?><Relationships xmlns="http://schemas.openxmlformats.org/package/2006/relationships"><Relationship Type="http://schemas.openxmlformats.org/officeDocument/2006/relationships/slide" Target="/ppt/slides/slide3.xml" Id="Rc9671789fa34463b" /><Relationship Type="http://schemas.openxmlformats.org/officeDocument/2006/relationships/notesMaster" Target="/ppt/notesMasters/notesMaster1.xml" Id="R21c7f8dd20ba417a" /></Relationships>
</file>

<file path=ppt/notesSlides/_rels/notesSlide4.xml.rels>&#65279;<?xml version="1.0" encoding="utf-8"?><Relationships xmlns="http://schemas.openxmlformats.org/package/2006/relationships"><Relationship Type="http://schemas.openxmlformats.org/officeDocument/2006/relationships/slide" Target="/ppt/slides/slide4.xml" Id="R692b1430953b4fce" /><Relationship Type="http://schemas.openxmlformats.org/officeDocument/2006/relationships/notesMaster" Target="/ppt/notesMasters/notesMaster1.xml" Id="Rec20a318773a4bda" /></Relationships>
</file>

<file path=ppt/notesSlides/_rels/notesSlide5.xml.rels>&#65279;<?xml version="1.0" encoding="utf-8"?><Relationships xmlns="http://schemas.openxmlformats.org/package/2006/relationships"><Relationship Type="http://schemas.openxmlformats.org/officeDocument/2006/relationships/slide" Target="/ppt/slides/slide5.xml" Id="R5c2d12d2cd22456a" /><Relationship Type="http://schemas.openxmlformats.org/officeDocument/2006/relationships/notesMaster" Target="/ppt/notesMasters/notesMaster1.xml" Id="R6291bc72283a4ca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Thesis: a support agent should resolve a concrete customer problem while making its actions trustworthy. Dewey uses a friendly bookstore identity and two narrow journeys. Intended benefits are less customer effort and more reliable self-service; these are goals, not measured outcomes. Screenshot is the actual local interface before an API key is configured. No live-model acceptance result is claimed. Source: PLAN.md; app.py; assignment PDF, pages 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Streamlit sends customer messages to agent.py. The Responses API interprets requests and can call three Python tools. The explicit loop validates arguments, runs tools sequentially, appends results, and stops after at most six model requests. VOICE and OPERATING_RULES are separate instructions. History includes tool requests/results; pending returns and created returns live separately in session state. SDK retries and parallel tool calls are disabled. create_return is internal to Python and reachable only from the UI callback. Sources: agent.py; tools.py; app.py. API reference: https://developers.openai.com/api/docs/guides/function-calling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decisions are deliberate simplifications for a roughly four-hour proof of concept. Direct API orchestration exposes the workflow but requires history and error handling. Python policy plus explicit customer confirmation adds a step and rejects policy exceptions, but makes changes predictable. Session-only memory limits privacy and infrastructure scope at the cost of durability and cross-device continuity. Sources: PLAN.md; agent.py; tools.py; 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34 automated cases passed locally with python -m pytest -q. They include rule boundary cases, item membership, no-write preparation, duplicate prevention, stale proposals, a six-call loop bound, interrupted responses, and SDK serialization over httpx.MockTransport. Streamlit AppTest exercises actual Confirm, Cancel, reset, and chat controls. Simulated model responses do not establish live model quality. Before submission, configure an OpenAI key and rehearse tracking, an eligible return, and an expired return. No live API call was made during implementation. Sources: tests/test_dewey.py; 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First authenticate customers and connect the agent to owned-order APIs with durable, idempotent request creation. The POC has neither customer authentication nor durable storage: knowing an order ID must not grant production access. Then introduce evaluation, monitoring, and escalation. Explicit user-requested follow-ups: an LLM evaluator that generates adversarial conversations and judges against real traces; a pre-send LLM checker comparing draft responses to tool evidence. Measure false alarms, missed errors, latency, and cost. Neither LLM replaces deterministic action validation. Sources: PLAN.md; 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4f727d5aba0446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90479c397cb4c2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8807813ac8f482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fb63dae437d477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aa59d905cb64be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0ba6ab3dc5844a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7B47AD1-402E-4F49-A857-F6B42B51F51A}"/>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7071D6F-B756-48F8-91B3-787C2CC56BD4}"/>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14D6EE0B-5CFA-4552-A3B0-BD6386C2BD49}"/>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F8D7CF9-EAEA-4DA5-BB2F-24177098B16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7A27023-831E-42BA-9CC4-27CE2FEB347A}"/>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26F9128-8747-4479-9F23-95159CF4588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76C0ABC-38BB-4E8E-B50B-9755A07C259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E9EA667-24E3-41A9-98B5-80E0DC5111F5}"/>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7B4926C-DD48-4DCF-B4B0-ACC0DAE34B3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6F09C8A-448E-4B8B-B81E-01EFD832BB0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92f23bcb94d4e46" /><Relationship Type="http://schemas.openxmlformats.org/officeDocument/2006/relationships/slideLayout" Target="/ppt/slideLayouts/slideLayout1.xml" Id="R9bfd705856e245bd" /><Relationship Type="http://schemas.openxmlformats.org/officeDocument/2006/relationships/slideLayout" Target="/ppt/slideLayouts/slideLayout2.xml" Id="Rf0c5fcad0fae4ebf" /><Relationship Type="http://schemas.openxmlformats.org/officeDocument/2006/relationships/slideLayout" Target="/ppt/slideLayouts/slideLayout3.xml" Id="Rbcc838b02f86483a" /><Relationship Type="http://schemas.openxmlformats.org/officeDocument/2006/relationships/slideLayout" Target="/ppt/slideLayouts/slideLayout4.xml" Id="Re61cebb8224a45c4" /><Relationship Type="http://schemas.openxmlformats.org/officeDocument/2006/relationships/slideLayout" Target="/ppt/slideLayouts/slideLayout5.xml" Id="R4bfb470f951b4bff" /><Relationship Type="http://schemas.openxmlformats.org/officeDocument/2006/relationships/slideLayout" Target="/ppt/slideLayouts/slideLayout6.xml" Id="R63b20ae4d788435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bfd705856e245bd"/>
    <p:sldLayoutId xmlns:r="http://schemas.openxmlformats.org/officeDocument/2006/relationships" id="2147483650" r:id="Rf0c5fcad0fae4ebf"/>
    <p:sldLayoutId xmlns:r="http://schemas.openxmlformats.org/officeDocument/2006/relationships" id="2147483651" r:id="Rbcc838b02f86483a"/>
    <p:sldLayoutId xmlns:r="http://schemas.openxmlformats.org/officeDocument/2006/relationships" id="2147483652" r:id="Re61cebb8224a45c4"/>
    <p:sldLayoutId xmlns:r="http://schemas.openxmlformats.org/officeDocument/2006/relationships" id="2147483653" r:id="R4bfb470f951b4bff"/>
    <p:sldLayoutId xmlns:r="http://schemas.openxmlformats.org/officeDocument/2006/relationships" id="2147483654" r:id="R63b20ae4d788435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c76a1229cab4fd5" /><Relationship Type="http://schemas.openxmlformats.org/officeDocument/2006/relationships/image" Target="/ppt/media/image.jpeg" Id="Reddf1417d9814733" /><Relationship Type="http://schemas.openxmlformats.org/officeDocument/2006/relationships/notesSlide" Target="/ppt/notesSlides/notesSlide1.xml" Id="R0fcf54316e2b4f5e"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2e01416c9594823" /><Relationship Type="http://schemas.openxmlformats.org/officeDocument/2006/relationships/notesSlide" Target="/ppt/notesSlides/notesSlide2.xml" Id="R45dff048f17a4b42"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5142f4580784409b" /><Relationship Type="http://schemas.openxmlformats.org/officeDocument/2006/relationships/notesSlide" Target="/ppt/notesSlides/notesSlide3.xml" Id="R1ebafbc6d1bb442d"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179e8e800451456a" /><Relationship Type="http://schemas.openxmlformats.org/officeDocument/2006/relationships/notesSlide" Target="/ppt/notesSlides/notesSlide4.xml" Id="Re966fbb54a4345aa"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cfdd07f45d144a8f" /><Relationship Type="http://schemas.openxmlformats.org/officeDocument/2006/relationships/notesSlide" Target="/ppt/notesSlides/notesSlide5.xml" Id="Rc63e5430e0564a25" /></Relationships>
</file>

<file path=ppt/slides/slide1.xml><?xml version="1.0" encoding="utf-8"?>
<p:sld xmlns:p="http://schemas.openxmlformats.org/presentationml/2006/main">
  <p:cSld>
    <p:bg>
      <p:bgPr>
        <a:solidFill xmlns:a="http://schemas.openxmlformats.org/drawingml/2006/main">
          <a:srgbClr val="FBF8F1"/>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EEFDBFC-DBCE-4EA8-9F4F-EB9A93BA2380}"/>
              </a:ext>
            </a:extLst>
          </p:cNvPr>
          <p:cNvSpPr>
            <a:spLocks xmlns:a="http://schemas.openxmlformats.org/drawingml/2006/main" noGrp="1"/>
          </p:cNvSpPr>
          <p:nvPr/>
        </p:nvSpPr>
        <p:spPr>
          <a:xfrm xmlns:a="http://schemas.openxmlformats.org/drawingml/2006/main">
            <a:off x="609600" y="457200"/>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450" b="0">
                <a:solidFill>
                  <a:srgbClr val="283D32"/>
                </a:solidFill>
                <a:latin typeface="Georgia"/>
                <a:ea typeface="Georgia"/>
                <a:cs typeface="Georgia"/>
              </a:defRPr>
            </a:defPPr>
            <a:lvl1pPr>
              <a:defRPr sz="3450" b="0">
                <a:solidFill>
                  <a:srgbClr val="283D32"/>
                </a:solidFill>
                <a:latin typeface="Georgia"/>
                <a:ea typeface="Georgia"/>
                <a:cs typeface="Georgia"/>
              </a:defRPr>
            </a:lvl1pPr>
            <a:lvl2pPr>
              <a:defRPr sz="3450" b="0">
                <a:solidFill>
                  <a:srgbClr val="283D32"/>
                </a:solidFill>
                <a:latin typeface="Georgia"/>
                <a:ea typeface="Georgia"/>
                <a:cs typeface="Georgia"/>
              </a:defRPr>
            </a:lvl2pPr>
            <a:lvl3pPr>
              <a:defRPr sz="3450" b="0">
                <a:solidFill>
                  <a:srgbClr val="283D32"/>
                </a:solidFill>
                <a:latin typeface="Georgia"/>
                <a:ea typeface="Georgia"/>
                <a:cs typeface="Georgia"/>
              </a:defRPr>
            </a:lvl3pPr>
            <a:lvl4pPr>
              <a:defRPr sz="3450" b="0">
                <a:solidFill>
                  <a:srgbClr val="283D32"/>
                </a:solidFill>
                <a:latin typeface="Georgia"/>
                <a:ea typeface="Georgia"/>
                <a:cs typeface="Georgia"/>
              </a:defRPr>
            </a:lvl4pPr>
            <a:lvl5pPr>
              <a:defRPr sz="3450" b="0">
                <a:solidFill>
                  <a:srgbClr val="283D32"/>
                </a:solidFill>
                <a:latin typeface="Georgia"/>
                <a:ea typeface="Georgia"/>
                <a:cs typeface="Georgia"/>
              </a:defRPr>
            </a:lvl5pPr>
            <a:lvl6pPr>
              <a:defRPr sz="3450" b="0">
                <a:solidFill>
                  <a:srgbClr val="283D32"/>
                </a:solidFill>
                <a:latin typeface="Georgia"/>
                <a:ea typeface="Georgia"/>
                <a:cs typeface="Georgia"/>
              </a:defRPr>
            </a:lvl6pPr>
            <a:lvl7pPr>
              <a:defRPr sz="3450" b="0">
                <a:solidFill>
                  <a:srgbClr val="283D32"/>
                </a:solidFill>
                <a:latin typeface="Georgia"/>
                <a:ea typeface="Georgia"/>
                <a:cs typeface="Georgia"/>
              </a:defRPr>
            </a:lvl7pPr>
            <a:lvl8pPr>
              <a:defRPr sz="3450" b="0">
                <a:solidFill>
                  <a:srgbClr val="283D32"/>
                </a:solidFill>
                <a:latin typeface="Georgia"/>
                <a:ea typeface="Georgia"/>
                <a:cs typeface="Georgia"/>
              </a:defRPr>
            </a:lvl8pPr>
            <a:lvl9pPr>
              <a:defRPr sz="3450" b="0">
                <a:solidFill>
                  <a:srgbClr val="283D32"/>
                </a:solidFill>
                <a:latin typeface="Georgia"/>
                <a:ea typeface="Georgia"/>
                <a:cs typeface="Georgia"/>
              </a:defRPr>
            </a:lvl9pPr>
          </a:lstStyle>
          <a:p xmlns:a="http://schemas.openxmlformats.org/drawingml/2006/main">
            <a:pPr>
              <a:defRPr sz="3450" b="0">
                <a:solidFill>
                  <a:srgbClr val="283D32"/>
                </a:solidFill>
                <a:latin typeface="Georgia"/>
                <a:ea typeface="Georgia"/>
                <a:cs typeface="Georgia"/>
              </a:defRPr>
            </a:pPr>
            <a:r>
              <a:rPr sz="3450" b="0">
                <a:solidFill>
                  <a:srgbClr val="283D32"/>
                </a:solidFill>
                <a:latin typeface="Georgia"/>
                <a:ea typeface="Georgia"/>
                <a:cs typeface="Georgia"/>
              </a:rPr>
              <a:t>Dewey, Bookly’s bookworm</a:t>
            </a:r>
          </a:p>
        </p:txBody>
      </p:sp>
      <p:sp>
        <p:nvSpPr>
          <p:cNvPr id="2" name="">
            <a:extLst xmlns:a="http://schemas.openxmlformats.org/drawingml/2006/main">
              <a:ext uri="{FF2B5EF4-FFF2-40B4-BE49-F238E27FC236}">
                <a16:creationId xmlns:a16="http://schemas.microsoft.com/office/drawing/2014/main" id="{EFEF9F70-DC5C-4062-A8F2-3DE5291530CF}"/>
              </a:ext>
            </a:extLst>
          </p:cNvPr>
          <p:cNvSpPr>
            <a:spLocks xmlns:a="http://schemas.openxmlformats.org/drawingml/2006/main" noGrp="1"/>
          </p:cNvSpPr>
          <p:nvPr/>
        </p:nvSpPr>
        <p:spPr>
          <a:xfrm xmlns:a="http://schemas.openxmlformats.org/drawingml/2006/main">
            <a:off x="609600" y="6343650"/>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57462"/>
                </a:solidFill>
                <a:latin typeface="Arial"/>
                <a:ea typeface="Arial"/>
                <a:cs typeface="Arial"/>
              </a:defRPr>
            </a:defPPr>
            <a:lvl1pPr>
              <a:defRPr sz="1125" b="0">
                <a:solidFill>
                  <a:srgbClr val="657462"/>
                </a:solidFill>
                <a:latin typeface="Arial"/>
                <a:ea typeface="Arial"/>
                <a:cs typeface="Arial"/>
              </a:defRPr>
            </a:lvl1pPr>
            <a:lvl2pPr>
              <a:defRPr sz="1125" b="0">
                <a:solidFill>
                  <a:srgbClr val="657462"/>
                </a:solidFill>
                <a:latin typeface="Arial"/>
                <a:ea typeface="Arial"/>
                <a:cs typeface="Arial"/>
              </a:defRPr>
            </a:lvl2pPr>
            <a:lvl3pPr>
              <a:defRPr sz="1125" b="0">
                <a:solidFill>
                  <a:srgbClr val="657462"/>
                </a:solidFill>
                <a:latin typeface="Arial"/>
                <a:ea typeface="Arial"/>
                <a:cs typeface="Arial"/>
              </a:defRPr>
            </a:lvl3pPr>
            <a:lvl4pPr>
              <a:defRPr sz="1125" b="0">
                <a:solidFill>
                  <a:srgbClr val="657462"/>
                </a:solidFill>
                <a:latin typeface="Arial"/>
                <a:ea typeface="Arial"/>
                <a:cs typeface="Arial"/>
              </a:defRPr>
            </a:lvl4pPr>
            <a:lvl5pPr>
              <a:defRPr sz="1125" b="0">
                <a:solidFill>
                  <a:srgbClr val="657462"/>
                </a:solidFill>
                <a:latin typeface="Arial"/>
                <a:ea typeface="Arial"/>
                <a:cs typeface="Arial"/>
              </a:defRPr>
            </a:lvl5pPr>
            <a:lvl6pPr>
              <a:defRPr sz="1125" b="0">
                <a:solidFill>
                  <a:srgbClr val="657462"/>
                </a:solidFill>
                <a:latin typeface="Arial"/>
                <a:ea typeface="Arial"/>
                <a:cs typeface="Arial"/>
              </a:defRPr>
            </a:lvl6pPr>
            <a:lvl7pPr>
              <a:defRPr sz="1125" b="0">
                <a:solidFill>
                  <a:srgbClr val="657462"/>
                </a:solidFill>
                <a:latin typeface="Arial"/>
                <a:ea typeface="Arial"/>
                <a:cs typeface="Arial"/>
              </a:defRPr>
            </a:lvl7pPr>
            <a:lvl8pPr>
              <a:defRPr sz="1125" b="0">
                <a:solidFill>
                  <a:srgbClr val="657462"/>
                </a:solidFill>
                <a:latin typeface="Arial"/>
                <a:ea typeface="Arial"/>
                <a:cs typeface="Arial"/>
              </a:defRPr>
            </a:lvl8pPr>
            <a:lvl9pPr>
              <a:defRPr sz="1125" b="0">
                <a:solidFill>
                  <a:srgbClr val="657462"/>
                </a:solidFill>
                <a:latin typeface="Arial"/>
                <a:ea typeface="Arial"/>
                <a:cs typeface="Arial"/>
              </a:defRPr>
            </a:lvl9pPr>
          </a:lstStyle>
          <a:p xmlns:a="http://schemas.openxmlformats.org/drawingml/2006/main">
            <a:pPr>
              <a:defRPr sz="1125" b="0">
                <a:solidFill>
                  <a:srgbClr val="657462"/>
                </a:solidFill>
                <a:latin typeface="Arial"/>
                <a:ea typeface="Arial"/>
                <a:cs typeface="Arial"/>
              </a:defRPr>
            </a:pPr>
            <a:r>
              <a:rPr sz="1125" b="0">
                <a:solidFill>
                  <a:srgbClr val="657462"/>
                </a:solidFill>
                <a:latin typeface="Arial"/>
                <a:ea typeface="Arial"/>
                <a:cs typeface="Arial"/>
              </a:rPr>
              <a:t>BOOKLY / DEWEY                                      1 / 5</a:t>
            </a:r>
          </a:p>
        </p:txBody>
      </p:sp>
      <p:sp>
        <p:nvSpPr>
          <p:cNvPr id="3" name="">
            <a:extLst xmlns:a="http://schemas.openxmlformats.org/drawingml/2006/main">
              <a:ext uri="{FF2B5EF4-FFF2-40B4-BE49-F238E27FC236}">
                <a16:creationId xmlns:a16="http://schemas.microsoft.com/office/drawing/2014/main" id="{6A417087-2584-4FFE-B426-FAD6096417E6}"/>
              </a:ext>
            </a:extLst>
          </p:cNvPr>
          <p:cNvSpPr>
            <a:spLocks xmlns:a="http://schemas.openxmlformats.org/drawingml/2006/main" noGrp="1"/>
          </p:cNvSpPr>
          <p:nvPr/>
        </p:nvSpPr>
        <p:spPr>
          <a:xfrm xmlns:a="http://schemas.openxmlformats.org/drawingml/2006/main">
            <a:off x="609600" y="1666875"/>
            <a:ext cx="638175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0">
                <a:solidFill>
                  <a:srgbClr val="496B4A"/>
                </a:solidFill>
                <a:latin typeface="Georgia"/>
                <a:ea typeface="Georgia"/>
                <a:cs typeface="Georgia"/>
              </a:defRPr>
            </a:defPPr>
            <a:lvl1pPr>
              <a:defRPr sz="3300" b="0">
                <a:solidFill>
                  <a:srgbClr val="496B4A"/>
                </a:solidFill>
                <a:latin typeface="Georgia"/>
                <a:ea typeface="Georgia"/>
                <a:cs typeface="Georgia"/>
              </a:defRPr>
            </a:lvl1pPr>
            <a:lvl2pPr>
              <a:defRPr sz="3300" b="0">
                <a:solidFill>
                  <a:srgbClr val="496B4A"/>
                </a:solidFill>
                <a:latin typeface="Georgia"/>
                <a:ea typeface="Georgia"/>
                <a:cs typeface="Georgia"/>
              </a:defRPr>
            </a:lvl2pPr>
            <a:lvl3pPr>
              <a:defRPr sz="3300" b="0">
                <a:solidFill>
                  <a:srgbClr val="496B4A"/>
                </a:solidFill>
                <a:latin typeface="Georgia"/>
                <a:ea typeface="Georgia"/>
                <a:cs typeface="Georgia"/>
              </a:defRPr>
            </a:lvl3pPr>
            <a:lvl4pPr>
              <a:defRPr sz="3300" b="0">
                <a:solidFill>
                  <a:srgbClr val="496B4A"/>
                </a:solidFill>
                <a:latin typeface="Georgia"/>
                <a:ea typeface="Georgia"/>
                <a:cs typeface="Georgia"/>
              </a:defRPr>
            </a:lvl4pPr>
            <a:lvl5pPr>
              <a:defRPr sz="3300" b="0">
                <a:solidFill>
                  <a:srgbClr val="496B4A"/>
                </a:solidFill>
                <a:latin typeface="Georgia"/>
                <a:ea typeface="Georgia"/>
                <a:cs typeface="Georgia"/>
              </a:defRPr>
            </a:lvl5pPr>
            <a:lvl6pPr>
              <a:defRPr sz="3300" b="0">
                <a:solidFill>
                  <a:srgbClr val="496B4A"/>
                </a:solidFill>
                <a:latin typeface="Georgia"/>
                <a:ea typeface="Georgia"/>
                <a:cs typeface="Georgia"/>
              </a:defRPr>
            </a:lvl6pPr>
            <a:lvl7pPr>
              <a:defRPr sz="3300" b="0">
                <a:solidFill>
                  <a:srgbClr val="496B4A"/>
                </a:solidFill>
                <a:latin typeface="Georgia"/>
                <a:ea typeface="Georgia"/>
                <a:cs typeface="Georgia"/>
              </a:defRPr>
            </a:lvl7pPr>
            <a:lvl8pPr>
              <a:defRPr sz="3300" b="0">
                <a:solidFill>
                  <a:srgbClr val="496B4A"/>
                </a:solidFill>
                <a:latin typeface="Georgia"/>
                <a:ea typeface="Georgia"/>
                <a:cs typeface="Georgia"/>
              </a:defRPr>
            </a:lvl8pPr>
            <a:lvl9pPr>
              <a:defRPr sz="3300" b="0">
                <a:solidFill>
                  <a:srgbClr val="496B4A"/>
                </a:solidFill>
                <a:latin typeface="Georgia"/>
                <a:ea typeface="Georgia"/>
                <a:cs typeface="Georgia"/>
              </a:defRPr>
            </a:lvl9pPr>
          </a:lstStyle>
          <a:p xmlns:a="http://schemas.openxmlformats.org/drawingml/2006/main">
            <a:pPr>
              <a:defRPr sz="3300" b="0">
                <a:solidFill>
                  <a:srgbClr val="496B4A"/>
                </a:solidFill>
                <a:latin typeface="Georgia"/>
                <a:ea typeface="Georgia"/>
                <a:cs typeface="Georgia"/>
              </a:defRPr>
            </a:pPr>
            <a:r>
              <a:rPr sz="3300" b="0">
                <a:solidFill>
                  <a:srgbClr val="496B4A"/>
                </a:solidFill>
                <a:latin typeface="Georgia"/>
                <a:ea typeface="Georgia"/>
                <a:cs typeface="Georgia"/>
              </a:rPr>
              <a:t>A welcoming conversation.</a:t>
            </a:r>
          </a:p>
          <a:p xmlns:a="http://schemas.openxmlformats.org/drawingml/2006/main">
            <a:pPr>
              <a:defRPr sz="3300" b="0">
                <a:solidFill>
                  <a:srgbClr val="496B4A"/>
                </a:solidFill>
                <a:latin typeface="Georgia"/>
                <a:ea typeface="Georgia"/>
                <a:cs typeface="Georgia"/>
              </a:defRPr>
            </a:pPr>
            <a:r>
              <a:rPr sz="3300" b="0">
                <a:solidFill>
                  <a:srgbClr val="496B4A"/>
                </a:solidFill>
                <a:latin typeface="Georgia"/>
                <a:ea typeface="Georgia"/>
                <a:cs typeface="Georgia"/>
              </a:rPr>
              <a:t>A carefully controlled action.</a:t>
            </a:r>
          </a:p>
        </p:txBody>
      </p:sp>
      <p:sp>
        <p:nvSpPr>
          <p:cNvPr id="4" name="">
            <a:extLst xmlns:a="http://schemas.openxmlformats.org/drawingml/2006/main">
              <a:ext uri="{FF2B5EF4-FFF2-40B4-BE49-F238E27FC236}">
                <a16:creationId xmlns:a16="http://schemas.microsoft.com/office/drawing/2014/main" id="{06CA8FBF-94B4-4B42-88FF-91027D7AA126}"/>
              </a:ext>
            </a:extLst>
          </p:cNvPr>
          <p:cNvSpPr>
            <a:spLocks xmlns:a="http://schemas.openxmlformats.org/drawingml/2006/main" noGrp="1"/>
          </p:cNvSpPr>
          <p:nvPr/>
        </p:nvSpPr>
        <p:spPr>
          <a:xfrm xmlns:a="http://schemas.openxmlformats.org/drawingml/2006/main">
            <a:off x="609600" y="3476625"/>
            <a:ext cx="619125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283D32"/>
                </a:solidFill>
                <a:latin typeface="Arial"/>
                <a:ea typeface="Arial"/>
                <a:cs typeface="Arial"/>
              </a:defRPr>
            </a:defPPr>
            <a:lvl1pPr>
              <a:defRPr sz="2250" b="0">
                <a:solidFill>
                  <a:srgbClr val="283D32"/>
                </a:solidFill>
                <a:latin typeface="Arial"/>
                <a:ea typeface="Arial"/>
                <a:cs typeface="Arial"/>
              </a:defRPr>
            </a:lvl1pPr>
            <a:lvl2pPr>
              <a:defRPr sz="2250" b="0">
                <a:solidFill>
                  <a:srgbClr val="283D32"/>
                </a:solidFill>
                <a:latin typeface="Arial"/>
                <a:ea typeface="Arial"/>
                <a:cs typeface="Arial"/>
              </a:defRPr>
            </a:lvl2pPr>
            <a:lvl3pPr>
              <a:defRPr sz="2250" b="0">
                <a:solidFill>
                  <a:srgbClr val="283D32"/>
                </a:solidFill>
                <a:latin typeface="Arial"/>
                <a:ea typeface="Arial"/>
                <a:cs typeface="Arial"/>
              </a:defRPr>
            </a:lvl3pPr>
            <a:lvl4pPr>
              <a:defRPr sz="2250" b="0">
                <a:solidFill>
                  <a:srgbClr val="283D32"/>
                </a:solidFill>
                <a:latin typeface="Arial"/>
                <a:ea typeface="Arial"/>
                <a:cs typeface="Arial"/>
              </a:defRPr>
            </a:lvl4pPr>
            <a:lvl5pPr>
              <a:defRPr sz="2250" b="0">
                <a:solidFill>
                  <a:srgbClr val="283D32"/>
                </a:solidFill>
                <a:latin typeface="Arial"/>
                <a:ea typeface="Arial"/>
                <a:cs typeface="Arial"/>
              </a:defRPr>
            </a:lvl5pPr>
            <a:lvl6pPr>
              <a:defRPr sz="2250" b="0">
                <a:solidFill>
                  <a:srgbClr val="283D32"/>
                </a:solidFill>
                <a:latin typeface="Arial"/>
                <a:ea typeface="Arial"/>
                <a:cs typeface="Arial"/>
              </a:defRPr>
            </a:lvl6pPr>
            <a:lvl7pPr>
              <a:defRPr sz="2250" b="0">
                <a:solidFill>
                  <a:srgbClr val="283D32"/>
                </a:solidFill>
                <a:latin typeface="Arial"/>
                <a:ea typeface="Arial"/>
                <a:cs typeface="Arial"/>
              </a:defRPr>
            </a:lvl7pPr>
            <a:lvl8pPr>
              <a:defRPr sz="2250" b="0">
                <a:solidFill>
                  <a:srgbClr val="283D32"/>
                </a:solidFill>
                <a:latin typeface="Arial"/>
                <a:ea typeface="Arial"/>
                <a:cs typeface="Arial"/>
              </a:defRPr>
            </a:lvl8pPr>
            <a:lvl9pPr>
              <a:defRPr sz="2250" b="0">
                <a:solidFill>
                  <a:srgbClr val="283D32"/>
                </a:solidFill>
                <a:latin typeface="Arial"/>
                <a:ea typeface="Arial"/>
                <a:cs typeface="Arial"/>
              </a:defRPr>
            </a:lvl9pPr>
          </a:lstStyle>
          <a:p xmlns:a="http://schemas.openxmlformats.org/drawingml/2006/main">
            <a:pPr>
              <a:defRPr sz="2250" b="0">
                <a:solidFill>
                  <a:srgbClr val="283D32"/>
                </a:solidFill>
                <a:latin typeface="Arial"/>
                <a:ea typeface="Arial"/>
                <a:cs typeface="Arial"/>
              </a:defRPr>
            </a:pPr>
            <a:r>
              <a:rPr sz="2250" b="0">
                <a:solidFill>
                  <a:srgbClr val="283D32"/>
                </a:solidFill>
                <a:latin typeface="Arial"/>
                <a:ea typeface="Arial"/>
                <a:cs typeface="Arial"/>
              </a:rPr>
              <a:t>Track an order. Start an item-level return.</a:t>
            </a:r>
          </a:p>
          <a:p xmlns:a="http://schemas.openxmlformats.org/drawingml/2006/main">
            <a:pPr>
              <a:defRPr sz="2250" b="0">
                <a:solidFill>
                  <a:srgbClr val="283D32"/>
                </a:solidFill>
                <a:latin typeface="Arial"/>
                <a:ea typeface="Arial"/>
                <a:cs typeface="Arial"/>
              </a:defRPr>
            </a:pPr>
            <a:r>
              <a:rPr sz="2250" b="0">
                <a:solidFill>
                  <a:srgbClr val="283D32"/>
                </a:solidFill>
                <a:latin typeface="Arial"/>
                <a:ea typeface="Arial"/>
                <a:cs typeface="Arial"/>
              </a:rPr>
              <a:t>Clarify what is missing and act only</a:t>
            </a:r>
          </a:p>
          <a:p xmlns:a="http://schemas.openxmlformats.org/drawingml/2006/main">
            <a:pPr>
              <a:defRPr sz="2250" b="0">
                <a:solidFill>
                  <a:srgbClr val="283D32"/>
                </a:solidFill>
                <a:latin typeface="Arial"/>
                <a:ea typeface="Arial"/>
                <a:cs typeface="Arial"/>
              </a:defRPr>
            </a:pPr>
            <a:r>
              <a:rPr sz="2250" b="0">
                <a:solidFill>
                  <a:srgbClr val="283D32"/>
                </a:solidFill>
                <a:latin typeface="Arial"/>
                <a:ea typeface="Arial"/>
                <a:cs typeface="Arial"/>
              </a:rPr>
              <a:t>after the customer confirms.</a:t>
            </a:r>
          </a:p>
        </p:txBody>
      </p:sp>
      <p:sp>
        <p:nvSpPr>
          <p:cNvPr id="5" name="">
            <a:extLst xmlns:a="http://schemas.openxmlformats.org/drawingml/2006/main">
              <a:ext uri="{FF2B5EF4-FFF2-40B4-BE49-F238E27FC236}">
                <a16:creationId xmlns:a16="http://schemas.microsoft.com/office/drawing/2014/main" id="{92FA595A-DCE7-40F5-9CE6-EE79E86373CF}"/>
              </a:ext>
            </a:extLst>
          </p:cNvPr>
          <p:cNvSpPr>
            <a:spLocks xmlns:a="http://schemas.openxmlformats.org/drawingml/2006/main" noGrp="1"/>
          </p:cNvSpPr>
          <p:nvPr/>
        </p:nvSpPr>
        <p:spPr>
          <a:xfrm xmlns:a="http://schemas.openxmlformats.org/drawingml/2006/main">
            <a:off x="609600" y="5238750"/>
            <a:ext cx="6191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657462"/>
                </a:solidFill>
                <a:latin typeface="Arial"/>
                <a:ea typeface="Arial"/>
                <a:cs typeface="Arial"/>
              </a:defRPr>
            </a:defPPr>
            <a:lvl1pPr>
              <a:defRPr sz="1725" b="0">
                <a:solidFill>
                  <a:srgbClr val="657462"/>
                </a:solidFill>
                <a:latin typeface="Arial"/>
                <a:ea typeface="Arial"/>
                <a:cs typeface="Arial"/>
              </a:defRPr>
            </a:lvl1pPr>
            <a:lvl2pPr>
              <a:defRPr sz="1725" b="0">
                <a:solidFill>
                  <a:srgbClr val="657462"/>
                </a:solidFill>
                <a:latin typeface="Arial"/>
                <a:ea typeface="Arial"/>
                <a:cs typeface="Arial"/>
              </a:defRPr>
            </a:lvl2pPr>
            <a:lvl3pPr>
              <a:defRPr sz="1725" b="0">
                <a:solidFill>
                  <a:srgbClr val="657462"/>
                </a:solidFill>
                <a:latin typeface="Arial"/>
                <a:ea typeface="Arial"/>
                <a:cs typeface="Arial"/>
              </a:defRPr>
            </a:lvl3pPr>
            <a:lvl4pPr>
              <a:defRPr sz="1725" b="0">
                <a:solidFill>
                  <a:srgbClr val="657462"/>
                </a:solidFill>
                <a:latin typeface="Arial"/>
                <a:ea typeface="Arial"/>
                <a:cs typeface="Arial"/>
              </a:defRPr>
            </a:lvl4pPr>
            <a:lvl5pPr>
              <a:defRPr sz="1725" b="0">
                <a:solidFill>
                  <a:srgbClr val="657462"/>
                </a:solidFill>
                <a:latin typeface="Arial"/>
                <a:ea typeface="Arial"/>
                <a:cs typeface="Arial"/>
              </a:defRPr>
            </a:lvl5pPr>
            <a:lvl6pPr>
              <a:defRPr sz="1725" b="0">
                <a:solidFill>
                  <a:srgbClr val="657462"/>
                </a:solidFill>
                <a:latin typeface="Arial"/>
                <a:ea typeface="Arial"/>
                <a:cs typeface="Arial"/>
              </a:defRPr>
            </a:lvl6pPr>
            <a:lvl7pPr>
              <a:defRPr sz="1725" b="0">
                <a:solidFill>
                  <a:srgbClr val="657462"/>
                </a:solidFill>
                <a:latin typeface="Arial"/>
                <a:ea typeface="Arial"/>
                <a:cs typeface="Arial"/>
              </a:defRPr>
            </a:lvl7pPr>
            <a:lvl8pPr>
              <a:defRPr sz="1725" b="0">
                <a:solidFill>
                  <a:srgbClr val="657462"/>
                </a:solidFill>
                <a:latin typeface="Arial"/>
                <a:ea typeface="Arial"/>
                <a:cs typeface="Arial"/>
              </a:defRPr>
            </a:lvl8pPr>
            <a:lvl9pPr>
              <a:defRPr sz="1725" b="0">
                <a:solidFill>
                  <a:srgbClr val="657462"/>
                </a:solidFill>
                <a:latin typeface="Arial"/>
                <a:ea typeface="Arial"/>
                <a:cs typeface="Arial"/>
              </a:defRPr>
            </a:lvl9pPr>
          </a:lstStyle>
          <a:p xmlns:a="http://schemas.openxmlformats.org/drawingml/2006/main">
            <a:pPr>
              <a:defRPr sz="1725" b="0">
                <a:solidFill>
                  <a:srgbClr val="657462"/>
                </a:solidFill>
                <a:latin typeface="Arial"/>
                <a:ea typeface="Arial"/>
                <a:cs typeface="Arial"/>
              </a:defRPr>
            </a:pPr>
            <a:r>
              <a:rPr sz="1725" b="0">
                <a:solidFill>
                  <a:srgbClr val="657462"/>
                </a:solidFill>
                <a:latin typeface="Arial"/>
                <a:ea typeface="Arial"/>
                <a:cs typeface="Arial"/>
              </a:rPr>
              <a:t>Python + Streamlit + OpenAI</a:t>
            </a:r>
          </a:p>
          <a:p xmlns:a="http://schemas.openxmlformats.org/drawingml/2006/main">
            <a:pPr>
              <a:defRPr sz="1725" b="0">
                <a:solidFill>
                  <a:srgbClr val="657462"/>
                </a:solidFill>
                <a:latin typeface="Arial"/>
                <a:ea typeface="Arial"/>
                <a:cs typeface="Arial"/>
              </a:defRPr>
            </a:pPr>
            <a:r>
              <a:rPr sz="1725" b="0">
                <a:solidFill>
                  <a:srgbClr val="657462"/>
                </a:solidFill>
                <a:latin typeface="Arial"/>
                <a:ea typeface="Arial"/>
                <a:cs typeface="Arial"/>
              </a:rPr>
              <a:t>Fictional orders; session-only records</a:t>
            </a:r>
          </a:p>
        </p:txBody>
      </p:sp>
      <p:pic>
        <p:nvPicPr>
          <p:cNvPr id="6" name="">
            <a:extLst xmlns:a="http://schemas.openxmlformats.org/drawingml/2006/main">
              <a:ext uri="{FF2B5EF4-FFF2-40B4-BE49-F238E27FC236}">
                <a16:creationId xmlns:a16="http://schemas.microsoft.com/office/drawing/2014/main" id="{A913ABAA-C8B3-495D-87E3-7F4088EB4850}"/>
              </a:ext>
            </a:extLst>
          </p:cNvPr>
          <p:cNvPicPr>
            <a:picLocks xmlns:a="http://schemas.openxmlformats.org/drawingml/2006/main" noChangeAspect="1"/>
          </p:cNvPicPr>
          <p:nvPr/>
        </p:nvPicPr>
        <p:blipFill>
          <a:blip xmlns:r="http://schemas.openxmlformats.org/officeDocument/2006/relationships" xmlns:a="http://schemas.openxmlformats.org/drawingml/2006/main" r:embed="Reddf1417d9814733"/>
          <a:stretch xmlns:a="http://schemas.openxmlformats.org/drawingml/2006/main"/>
        </p:blipFill>
        <p:spPr>
          <a:xfrm xmlns:a="http://schemas.openxmlformats.org/drawingml/2006/main">
            <a:off x="7591951" y="1352550"/>
            <a:ext cx="3980398" cy="4514850"/>
          </a:xfrm>
          <a:prstGeom xmlns:a="http://schemas.openxmlformats.org/drawingml/2006/main" prst="rect">
            <a:avLst/>
          </a:prstGeom>
        </p:spPr>
      </p:pic>
    </p:spTree>
    <p:extLst>
      <p:ext uri="{BB962C8B-B14F-4D97-AF65-F5344CB8AC3E}">
        <p14:creationId xmlns:p14="http://schemas.microsoft.com/office/powerpoint/2010/main" val="405434230"/>
      </p:ext>
    </p:extLst>
  </p:cSld>
</p:sld>
</file>

<file path=ppt/slides/slide2.xml><?xml version="1.0" encoding="utf-8"?>
<p:sld xmlns:p="http://schemas.openxmlformats.org/presentationml/2006/main">
  <p:cSld>
    <p:bg>
      <p:bgPr>
        <a:solidFill xmlns:a="http://schemas.openxmlformats.org/drawingml/2006/main">
          <a:srgbClr val="FBF8F1"/>
        </a:solidFill>
      </p:bgPr>
    </p:bg>
    <p:spTree>
      <p:nvGrpSpPr>
        <p:cNvPr id="1" name=""/>
        <p:cNvGrpSpPr/>
        <p:nvPr/>
      </p:nvGrpSpPr>
      <p:grpSpPr>
        <a:xfrm xmlns:a="http://schemas.openxmlformats.org/drawingml/2006/main"/>
      </p:grpSpPr>
      <p:cxnSp>
        <p:nvCxnSpPr>
          <p:cNvPr id="7" name="">
            <a:extLst xmlns:a="http://schemas.openxmlformats.org/drawingml/2006/main">
              <a:ext uri="{FF2B5EF4-FFF2-40B4-BE49-F238E27FC236}">
                <a16:creationId xmlns:a16="http://schemas.microsoft.com/office/drawing/2014/main" id="{2F584A6A-B7C1-470D-B1EF-A2D73EAB335A}"/>
              </a:ext>
            </a:extLst>
          </p:cNvPr>
          <p:cNvCxnSpPr>
            <a:stCxn xmlns:a="http://schemas.openxmlformats.org/drawingml/2006/main" id="4" idx="3"/>
            <a:endCxn xmlns:a="http://schemas.openxmlformats.org/drawingml/2006/main" id="5" idx="1"/>
          </p:cNvCxnSpPr>
          <p:nvPr/>
        </p:nvCxnSpPr>
        <p:spPr>
          <a:xfrm xmlns:a="http://schemas.openxmlformats.org/drawingml/2006/main">
            <a:off x="8096250" y="2024063"/>
            <a:ext cx="762000" cy="0"/>
          </a:xfrm>
          <a:prstGeom xmlns:a="http://schemas.openxmlformats.org/drawingml/2006/main" prst="straightConnector1">
            <a:avLst/>
          </a:prstGeom>
          <a:ln xmlns:a="http://schemas.openxmlformats.org/drawingml/2006/main" w="19050">
            <a:solidFill>
              <a:srgbClr val="496B4A"/>
            </a:solidFill>
            <a:headEnd type="triangle" w="sm" len="sm"/>
            <a:tailEnd type="triangle" w="sm" len="sm"/>
          </a:ln>
        </p:spPr>
      </p:cxnSp>
      <p:cxnSp>
        <p:nvCxnSpPr>
          <p:cNvPr id="6" name="">
            <a:extLst xmlns:a="http://schemas.openxmlformats.org/drawingml/2006/main">
              <a:ext uri="{FF2B5EF4-FFF2-40B4-BE49-F238E27FC236}">
                <a16:creationId xmlns:a16="http://schemas.microsoft.com/office/drawing/2014/main" id="{5089C94E-1B7F-4E21-A4EF-F457ED62BF86}"/>
              </a:ext>
            </a:extLst>
          </p:cNvPr>
          <p:cNvCxnSpPr>
            <a:stCxn xmlns:a="http://schemas.openxmlformats.org/drawingml/2006/main" id="3" idx="3"/>
            <a:endCxn xmlns:a="http://schemas.openxmlformats.org/drawingml/2006/main" id="4" idx="1"/>
          </p:cNvCxnSpPr>
          <p:nvPr/>
        </p:nvCxnSpPr>
        <p:spPr>
          <a:xfrm xmlns:a="http://schemas.openxmlformats.org/drawingml/2006/main">
            <a:off x="3467100" y="2024063"/>
            <a:ext cx="914400" cy="0"/>
          </a:xfrm>
          <a:prstGeom xmlns:a="http://schemas.openxmlformats.org/drawingml/2006/main" prst="straightConnector1">
            <a:avLst/>
          </a:prstGeom>
          <a:ln xmlns:a="http://schemas.openxmlformats.org/drawingml/2006/main" w="19050">
            <a:solidFill>
              <a:srgbClr val="496B4A"/>
            </a:solidFill>
            <a:headEnd type="triangle" w="sm" len="sm"/>
            <a:tailEnd type="triangle" w="sm" len="sm"/>
          </a:ln>
        </p:spPr>
      </p:cxnSp>
      <p:sp>
        <p:nvSpPr>
          <p:cNvPr id="12" name="">
            <a:extLst xmlns:a="http://schemas.openxmlformats.org/drawingml/2006/main">
              <a:ext uri="{FF2B5EF4-FFF2-40B4-BE49-F238E27FC236}">
                <a16:creationId xmlns:a16="http://schemas.microsoft.com/office/drawing/2014/main" id="{DA144E0D-A020-44AF-8D17-BD3CCA827580}"/>
              </a:ext>
            </a:extLst>
          </p:cNvPr>
          <p:cNvSpPr>
            <a:spLocks xmlns:a="http://schemas.openxmlformats.org/drawingml/2006/main" noGrp="1"/>
          </p:cNvSpPr>
          <p:nvPr/>
        </p:nvSpPr>
        <p:spPr>
          <a:xfrm xmlns:a="http://schemas.openxmlformats.org/drawingml/2006/main">
            <a:off x="609600" y="457200"/>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450" b="0">
                <a:solidFill>
                  <a:srgbClr val="283D32"/>
                </a:solidFill>
                <a:latin typeface="Georgia"/>
                <a:ea typeface="Georgia"/>
                <a:cs typeface="Georgia"/>
              </a:defRPr>
            </a:defPPr>
            <a:lvl1pPr>
              <a:defRPr sz="3450" b="0">
                <a:solidFill>
                  <a:srgbClr val="283D32"/>
                </a:solidFill>
                <a:latin typeface="Georgia"/>
                <a:ea typeface="Georgia"/>
                <a:cs typeface="Georgia"/>
              </a:defRPr>
            </a:lvl1pPr>
            <a:lvl2pPr>
              <a:defRPr sz="3450" b="0">
                <a:solidFill>
                  <a:srgbClr val="283D32"/>
                </a:solidFill>
                <a:latin typeface="Georgia"/>
                <a:ea typeface="Georgia"/>
                <a:cs typeface="Georgia"/>
              </a:defRPr>
            </a:lvl2pPr>
            <a:lvl3pPr>
              <a:defRPr sz="3450" b="0">
                <a:solidFill>
                  <a:srgbClr val="283D32"/>
                </a:solidFill>
                <a:latin typeface="Georgia"/>
                <a:ea typeface="Georgia"/>
                <a:cs typeface="Georgia"/>
              </a:defRPr>
            </a:lvl3pPr>
            <a:lvl4pPr>
              <a:defRPr sz="3450" b="0">
                <a:solidFill>
                  <a:srgbClr val="283D32"/>
                </a:solidFill>
                <a:latin typeface="Georgia"/>
                <a:ea typeface="Georgia"/>
                <a:cs typeface="Georgia"/>
              </a:defRPr>
            </a:lvl4pPr>
            <a:lvl5pPr>
              <a:defRPr sz="3450" b="0">
                <a:solidFill>
                  <a:srgbClr val="283D32"/>
                </a:solidFill>
                <a:latin typeface="Georgia"/>
                <a:ea typeface="Georgia"/>
                <a:cs typeface="Georgia"/>
              </a:defRPr>
            </a:lvl5pPr>
            <a:lvl6pPr>
              <a:defRPr sz="3450" b="0">
                <a:solidFill>
                  <a:srgbClr val="283D32"/>
                </a:solidFill>
                <a:latin typeface="Georgia"/>
                <a:ea typeface="Georgia"/>
                <a:cs typeface="Georgia"/>
              </a:defRPr>
            </a:lvl6pPr>
            <a:lvl7pPr>
              <a:defRPr sz="3450" b="0">
                <a:solidFill>
                  <a:srgbClr val="283D32"/>
                </a:solidFill>
                <a:latin typeface="Georgia"/>
                <a:ea typeface="Georgia"/>
                <a:cs typeface="Georgia"/>
              </a:defRPr>
            </a:lvl7pPr>
            <a:lvl8pPr>
              <a:defRPr sz="3450" b="0">
                <a:solidFill>
                  <a:srgbClr val="283D32"/>
                </a:solidFill>
                <a:latin typeface="Georgia"/>
                <a:ea typeface="Georgia"/>
                <a:cs typeface="Georgia"/>
              </a:defRPr>
            </a:lvl8pPr>
            <a:lvl9pPr>
              <a:defRPr sz="3450" b="0">
                <a:solidFill>
                  <a:srgbClr val="283D32"/>
                </a:solidFill>
                <a:latin typeface="Georgia"/>
                <a:ea typeface="Georgia"/>
                <a:cs typeface="Georgia"/>
              </a:defRPr>
            </a:lvl9pPr>
          </a:lstStyle>
          <a:p xmlns:a="http://schemas.openxmlformats.org/drawingml/2006/main">
            <a:pPr>
              <a:defRPr sz="3450" b="0">
                <a:solidFill>
                  <a:srgbClr val="283D32"/>
                </a:solidFill>
                <a:latin typeface="Georgia"/>
                <a:ea typeface="Georgia"/>
                <a:cs typeface="Georgia"/>
              </a:defRPr>
            </a:pPr>
            <a:r>
              <a:rPr sz="3450" b="0">
                <a:solidFill>
                  <a:srgbClr val="283D32"/>
                </a:solidFill>
                <a:latin typeface="Georgia"/>
                <a:ea typeface="Georgia"/>
                <a:cs typeface="Georgia"/>
              </a:rPr>
              <a:t>Conversation and action flow</a:t>
            </a:r>
          </a:p>
        </p:txBody>
      </p:sp>
      <p:sp>
        <p:nvSpPr>
          <p:cNvPr id="2" name="">
            <a:extLst xmlns:a="http://schemas.openxmlformats.org/drawingml/2006/main">
              <a:ext uri="{FF2B5EF4-FFF2-40B4-BE49-F238E27FC236}">
                <a16:creationId xmlns:a16="http://schemas.microsoft.com/office/drawing/2014/main" id="{6051F121-015F-4854-870C-3AC81E6945C6}"/>
              </a:ext>
            </a:extLst>
          </p:cNvPr>
          <p:cNvSpPr>
            <a:spLocks xmlns:a="http://schemas.openxmlformats.org/drawingml/2006/main" noGrp="1"/>
          </p:cNvSpPr>
          <p:nvPr/>
        </p:nvSpPr>
        <p:spPr>
          <a:xfrm xmlns:a="http://schemas.openxmlformats.org/drawingml/2006/main">
            <a:off x="609600" y="6343650"/>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57462"/>
                </a:solidFill>
                <a:latin typeface="Arial"/>
                <a:ea typeface="Arial"/>
                <a:cs typeface="Arial"/>
              </a:defRPr>
            </a:defPPr>
            <a:lvl1pPr>
              <a:defRPr sz="1125" b="0">
                <a:solidFill>
                  <a:srgbClr val="657462"/>
                </a:solidFill>
                <a:latin typeface="Arial"/>
                <a:ea typeface="Arial"/>
                <a:cs typeface="Arial"/>
              </a:defRPr>
            </a:lvl1pPr>
            <a:lvl2pPr>
              <a:defRPr sz="1125" b="0">
                <a:solidFill>
                  <a:srgbClr val="657462"/>
                </a:solidFill>
                <a:latin typeface="Arial"/>
                <a:ea typeface="Arial"/>
                <a:cs typeface="Arial"/>
              </a:defRPr>
            </a:lvl2pPr>
            <a:lvl3pPr>
              <a:defRPr sz="1125" b="0">
                <a:solidFill>
                  <a:srgbClr val="657462"/>
                </a:solidFill>
                <a:latin typeface="Arial"/>
                <a:ea typeface="Arial"/>
                <a:cs typeface="Arial"/>
              </a:defRPr>
            </a:lvl3pPr>
            <a:lvl4pPr>
              <a:defRPr sz="1125" b="0">
                <a:solidFill>
                  <a:srgbClr val="657462"/>
                </a:solidFill>
                <a:latin typeface="Arial"/>
                <a:ea typeface="Arial"/>
                <a:cs typeface="Arial"/>
              </a:defRPr>
            </a:lvl4pPr>
            <a:lvl5pPr>
              <a:defRPr sz="1125" b="0">
                <a:solidFill>
                  <a:srgbClr val="657462"/>
                </a:solidFill>
                <a:latin typeface="Arial"/>
                <a:ea typeface="Arial"/>
                <a:cs typeface="Arial"/>
              </a:defRPr>
            </a:lvl5pPr>
            <a:lvl6pPr>
              <a:defRPr sz="1125" b="0">
                <a:solidFill>
                  <a:srgbClr val="657462"/>
                </a:solidFill>
                <a:latin typeface="Arial"/>
                <a:ea typeface="Arial"/>
                <a:cs typeface="Arial"/>
              </a:defRPr>
            </a:lvl6pPr>
            <a:lvl7pPr>
              <a:defRPr sz="1125" b="0">
                <a:solidFill>
                  <a:srgbClr val="657462"/>
                </a:solidFill>
                <a:latin typeface="Arial"/>
                <a:ea typeface="Arial"/>
                <a:cs typeface="Arial"/>
              </a:defRPr>
            </a:lvl7pPr>
            <a:lvl8pPr>
              <a:defRPr sz="1125" b="0">
                <a:solidFill>
                  <a:srgbClr val="657462"/>
                </a:solidFill>
                <a:latin typeface="Arial"/>
                <a:ea typeface="Arial"/>
                <a:cs typeface="Arial"/>
              </a:defRPr>
            </a:lvl8pPr>
            <a:lvl9pPr>
              <a:defRPr sz="1125" b="0">
                <a:solidFill>
                  <a:srgbClr val="657462"/>
                </a:solidFill>
                <a:latin typeface="Arial"/>
                <a:ea typeface="Arial"/>
                <a:cs typeface="Arial"/>
              </a:defRPr>
            </a:lvl9pPr>
          </a:lstStyle>
          <a:p xmlns:a="http://schemas.openxmlformats.org/drawingml/2006/main">
            <a:pPr>
              <a:defRPr sz="1125" b="0">
                <a:solidFill>
                  <a:srgbClr val="657462"/>
                </a:solidFill>
                <a:latin typeface="Arial"/>
                <a:ea typeface="Arial"/>
                <a:cs typeface="Arial"/>
              </a:defRPr>
            </a:pPr>
            <a:r>
              <a:rPr sz="1125" b="0">
                <a:solidFill>
                  <a:srgbClr val="657462"/>
                </a:solidFill>
                <a:latin typeface="Arial"/>
                <a:ea typeface="Arial"/>
                <a:cs typeface="Arial"/>
              </a:rPr>
              <a:t>BOOKLY / DEWEY                                      2 / 5</a:t>
            </a:r>
          </a:p>
        </p:txBody>
      </p:sp>
      <p:sp>
        <p:nvSpPr>
          <p:cNvPr id="3" name="">
            <a:extLst xmlns:a="http://schemas.openxmlformats.org/drawingml/2006/main">
              <a:ext uri="{FF2B5EF4-FFF2-40B4-BE49-F238E27FC236}">
                <a16:creationId xmlns:a16="http://schemas.microsoft.com/office/drawing/2014/main" id="{12D97E92-B411-4E57-9713-F155BA78DC19}"/>
              </a:ext>
            </a:extLst>
          </p:cNvPr>
          <p:cNvSpPr>
            <a:spLocks xmlns:a="http://schemas.openxmlformats.org/drawingml/2006/main" noGrp="1"/>
          </p:cNvSpPr>
          <p:nvPr/>
        </p:nvSpPr>
        <p:spPr>
          <a:xfrm xmlns:a="http://schemas.openxmlformats.org/drawingml/2006/main">
            <a:off x="609600" y="1571625"/>
            <a:ext cx="285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1">
                <a:solidFill>
                  <a:srgbClr val="283D32"/>
                </a:solidFill>
                <a:latin typeface="Arial"/>
                <a:ea typeface="Arial"/>
                <a:cs typeface="Arial"/>
              </a:defRPr>
            </a:defPPr>
            <a:lvl1pPr>
              <a:defRPr sz="2550" b="1">
                <a:solidFill>
                  <a:srgbClr val="283D32"/>
                </a:solidFill>
                <a:latin typeface="Arial"/>
                <a:ea typeface="Arial"/>
                <a:cs typeface="Arial"/>
              </a:defRPr>
            </a:lvl1pPr>
            <a:lvl2pPr>
              <a:defRPr sz="2550" b="1">
                <a:solidFill>
                  <a:srgbClr val="283D32"/>
                </a:solidFill>
                <a:latin typeface="Arial"/>
                <a:ea typeface="Arial"/>
                <a:cs typeface="Arial"/>
              </a:defRPr>
            </a:lvl2pPr>
            <a:lvl3pPr>
              <a:defRPr sz="2550" b="1">
                <a:solidFill>
                  <a:srgbClr val="283D32"/>
                </a:solidFill>
                <a:latin typeface="Arial"/>
                <a:ea typeface="Arial"/>
                <a:cs typeface="Arial"/>
              </a:defRPr>
            </a:lvl3pPr>
            <a:lvl4pPr>
              <a:defRPr sz="2550" b="1">
                <a:solidFill>
                  <a:srgbClr val="283D32"/>
                </a:solidFill>
                <a:latin typeface="Arial"/>
                <a:ea typeface="Arial"/>
                <a:cs typeface="Arial"/>
              </a:defRPr>
            </a:lvl4pPr>
            <a:lvl5pPr>
              <a:defRPr sz="2550" b="1">
                <a:solidFill>
                  <a:srgbClr val="283D32"/>
                </a:solidFill>
                <a:latin typeface="Arial"/>
                <a:ea typeface="Arial"/>
                <a:cs typeface="Arial"/>
              </a:defRPr>
            </a:lvl5pPr>
            <a:lvl6pPr>
              <a:defRPr sz="2550" b="1">
                <a:solidFill>
                  <a:srgbClr val="283D32"/>
                </a:solidFill>
                <a:latin typeface="Arial"/>
                <a:ea typeface="Arial"/>
                <a:cs typeface="Arial"/>
              </a:defRPr>
            </a:lvl6pPr>
            <a:lvl7pPr>
              <a:defRPr sz="2550" b="1">
                <a:solidFill>
                  <a:srgbClr val="283D32"/>
                </a:solidFill>
                <a:latin typeface="Arial"/>
                <a:ea typeface="Arial"/>
                <a:cs typeface="Arial"/>
              </a:defRPr>
            </a:lvl7pPr>
            <a:lvl8pPr>
              <a:defRPr sz="2550" b="1">
                <a:solidFill>
                  <a:srgbClr val="283D32"/>
                </a:solidFill>
                <a:latin typeface="Arial"/>
                <a:ea typeface="Arial"/>
                <a:cs typeface="Arial"/>
              </a:defRPr>
            </a:lvl8pPr>
            <a:lvl9pPr>
              <a:defRPr sz="2550" b="1">
                <a:solidFill>
                  <a:srgbClr val="283D32"/>
                </a:solidFill>
                <a:latin typeface="Arial"/>
                <a:ea typeface="Arial"/>
                <a:cs typeface="Arial"/>
              </a:defRPr>
            </a:lvl9pPr>
          </a:lstStyle>
          <a:p xmlns:a="http://schemas.openxmlformats.org/drawingml/2006/main">
            <a:pPr>
              <a:defRPr sz="2550" b="1">
                <a:solidFill>
                  <a:srgbClr val="283D32"/>
                </a:solidFill>
                <a:latin typeface="Arial"/>
                <a:ea typeface="Arial"/>
                <a:cs typeface="Arial"/>
              </a:defRPr>
            </a:pPr>
            <a:r>
              <a:rPr sz="2550" b="1">
                <a:solidFill>
                  <a:srgbClr val="283D32"/>
                </a:solidFill>
                <a:latin typeface="Arial"/>
                <a:ea typeface="Arial"/>
                <a:cs typeface="Arial"/>
              </a:rPr>
              <a:t>Customer chat</a:t>
            </a:r>
          </a:p>
          <a:p xmlns:a="http://schemas.openxmlformats.org/drawingml/2006/main">
            <a:pPr>
              <a:defRPr sz="2550" b="1">
                <a:solidFill>
                  <a:srgbClr val="283D32"/>
                </a:solidFill>
                <a:latin typeface="Arial"/>
                <a:ea typeface="Arial"/>
                <a:cs typeface="Arial"/>
              </a:defRPr>
            </a:pPr>
            <a:r>
              <a:rPr sz="2550" b="1">
                <a:solidFill>
                  <a:srgbClr val="283D32"/>
                </a:solidFill>
                <a:latin typeface="Arial"/>
                <a:ea typeface="Arial"/>
                <a:cs typeface="Arial"/>
              </a:rPr>
              <a:t>Streamlit</a:t>
            </a:r>
          </a:p>
        </p:txBody>
      </p:sp>
      <p:sp>
        <p:nvSpPr>
          <p:cNvPr id="4" name="">
            <a:extLst xmlns:a="http://schemas.openxmlformats.org/drawingml/2006/main">
              <a:ext uri="{FF2B5EF4-FFF2-40B4-BE49-F238E27FC236}">
                <a16:creationId xmlns:a16="http://schemas.microsoft.com/office/drawing/2014/main" id="{E68B001C-00E2-45DB-8994-EEE239801DB3}"/>
              </a:ext>
            </a:extLst>
          </p:cNvPr>
          <p:cNvSpPr>
            <a:spLocks xmlns:a="http://schemas.openxmlformats.org/drawingml/2006/main" noGrp="1"/>
          </p:cNvSpPr>
          <p:nvPr/>
        </p:nvSpPr>
        <p:spPr>
          <a:xfrm xmlns:a="http://schemas.openxmlformats.org/drawingml/2006/main">
            <a:off x="4381500" y="1571625"/>
            <a:ext cx="3714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1">
                <a:solidFill>
                  <a:srgbClr val="283D32"/>
                </a:solidFill>
                <a:latin typeface="Arial"/>
                <a:ea typeface="Arial"/>
                <a:cs typeface="Arial"/>
              </a:defRPr>
            </a:defPPr>
            <a:lvl1pPr>
              <a:defRPr sz="2550" b="1">
                <a:solidFill>
                  <a:srgbClr val="283D32"/>
                </a:solidFill>
                <a:latin typeface="Arial"/>
                <a:ea typeface="Arial"/>
                <a:cs typeface="Arial"/>
              </a:defRPr>
            </a:lvl1pPr>
            <a:lvl2pPr>
              <a:defRPr sz="2550" b="1">
                <a:solidFill>
                  <a:srgbClr val="283D32"/>
                </a:solidFill>
                <a:latin typeface="Arial"/>
                <a:ea typeface="Arial"/>
                <a:cs typeface="Arial"/>
              </a:defRPr>
            </a:lvl2pPr>
            <a:lvl3pPr>
              <a:defRPr sz="2550" b="1">
                <a:solidFill>
                  <a:srgbClr val="283D32"/>
                </a:solidFill>
                <a:latin typeface="Arial"/>
                <a:ea typeface="Arial"/>
                <a:cs typeface="Arial"/>
              </a:defRPr>
            </a:lvl3pPr>
            <a:lvl4pPr>
              <a:defRPr sz="2550" b="1">
                <a:solidFill>
                  <a:srgbClr val="283D32"/>
                </a:solidFill>
                <a:latin typeface="Arial"/>
                <a:ea typeface="Arial"/>
                <a:cs typeface="Arial"/>
              </a:defRPr>
            </a:lvl4pPr>
            <a:lvl5pPr>
              <a:defRPr sz="2550" b="1">
                <a:solidFill>
                  <a:srgbClr val="283D32"/>
                </a:solidFill>
                <a:latin typeface="Arial"/>
                <a:ea typeface="Arial"/>
                <a:cs typeface="Arial"/>
              </a:defRPr>
            </a:lvl5pPr>
            <a:lvl6pPr>
              <a:defRPr sz="2550" b="1">
                <a:solidFill>
                  <a:srgbClr val="283D32"/>
                </a:solidFill>
                <a:latin typeface="Arial"/>
                <a:ea typeface="Arial"/>
                <a:cs typeface="Arial"/>
              </a:defRPr>
            </a:lvl6pPr>
            <a:lvl7pPr>
              <a:defRPr sz="2550" b="1">
                <a:solidFill>
                  <a:srgbClr val="283D32"/>
                </a:solidFill>
                <a:latin typeface="Arial"/>
                <a:ea typeface="Arial"/>
                <a:cs typeface="Arial"/>
              </a:defRPr>
            </a:lvl7pPr>
            <a:lvl8pPr>
              <a:defRPr sz="2550" b="1">
                <a:solidFill>
                  <a:srgbClr val="283D32"/>
                </a:solidFill>
                <a:latin typeface="Arial"/>
                <a:ea typeface="Arial"/>
                <a:cs typeface="Arial"/>
              </a:defRPr>
            </a:lvl8pPr>
            <a:lvl9pPr>
              <a:defRPr sz="2550" b="1">
                <a:solidFill>
                  <a:srgbClr val="283D32"/>
                </a:solidFill>
                <a:latin typeface="Arial"/>
                <a:ea typeface="Arial"/>
                <a:cs typeface="Arial"/>
              </a:defRPr>
            </a:lvl9pPr>
          </a:lstStyle>
          <a:p xmlns:a="http://schemas.openxmlformats.org/drawingml/2006/main">
            <a:pPr>
              <a:defRPr sz="2550" b="1">
                <a:solidFill>
                  <a:srgbClr val="283D32"/>
                </a:solidFill>
                <a:latin typeface="Arial"/>
                <a:ea typeface="Arial"/>
                <a:cs typeface="Arial"/>
              </a:defRPr>
            </a:pPr>
            <a:r>
              <a:rPr sz="2550" b="1">
                <a:solidFill>
                  <a:srgbClr val="283D32"/>
                </a:solidFill>
                <a:latin typeface="Arial"/>
                <a:ea typeface="Arial"/>
                <a:cs typeface="Arial"/>
              </a:rPr>
              <a:t>Conversation</a:t>
            </a:r>
          </a:p>
          <a:p xmlns:a="http://schemas.openxmlformats.org/drawingml/2006/main">
            <a:pPr>
              <a:defRPr sz="2550" b="1">
                <a:solidFill>
                  <a:srgbClr val="283D32"/>
                </a:solidFill>
                <a:latin typeface="Arial"/>
                <a:ea typeface="Arial"/>
                <a:cs typeface="Arial"/>
              </a:defRPr>
            </a:pPr>
            <a:r>
              <a:rPr sz="2550" b="1">
                <a:solidFill>
                  <a:srgbClr val="283D32"/>
                </a:solidFill>
                <a:latin typeface="Arial"/>
                <a:ea typeface="Arial"/>
                <a:cs typeface="Arial"/>
              </a:rPr>
              <a:t>OpenAI + Python loop</a:t>
            </a:r>
          </a:p>
        </p:txBody>
      </p:sp>
      <p:sp>
        <p:nvSpPr>
          <p:cNvPr id="5" name="">
            <a:extLst xmlns:a="http://schemas.openxmlformats.org/drawingml/2006/main">
              <a:ext uri="{FF2B5EF4-FFF2-40B4-BE49-F238E27FC236}">
                <a16:creationId xmlns:a16="http://schemas.microsoft.com/office/drawing/2014/main" id="{BC00FCD9-E1FD-4E72-BC57-370A11DE0C82}"/>
              </a:ext>
            </a:extLst>
          </p:cNvPr>
          <p:cNvSpPr>
            <a:spLocks xmlns:a="http://schemas.openxmlformats.org/drawingml/2006/main" noGrp="1"/>
          </p:cNvSpPr>
          <p:nvPr/>
        </p:nvSpPr>
        <p:spPr>
          <a:xfrm xmlns:a="http://schemas.openxmlformats.org/drawingml/2006/main">
            <a:off x="8858250" y="1571625"/>
            <a:ext cx="2762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1">
                <a:solidFill>
                  <a:srgbClr val="283D32"/>
                </a:solidFill>
                <a:latin typeface="Arial"/>
                <a:ea typeface="Arial"/>
                <a:cs typeface="Arial"/>
              </a:defRPr>
            </a:defPPr>
            <a:lvl1pPr>
              <a:defRPr sz="2550" b="1">
                <a:solidFill>
                  <a:srgbClr val="283D32"/>
                </a:solidFill>
                <a:latin typeface="Arial"/>
                <a:ea typeface="Arial"/>
                <a:cs typeface="Arial"/>
              </a:defRPr>
            </a:lvl1pPr>
            <a:lvl2pPr>
              <a:defRPr sz="2550" b="1">
                <a:solidFill>
                  <a:srgbClr val="283D32"/>
                </a:solidFill>
                <a:latin typeface="Arial"/>
                <a:ea typeface="Arial"/>
                <a:cs typeface="Arial"/>
              </a:defRPr>
            </a:lvl2pPr>
            <a:lvl3pPr>
              <a:defRPr sz="2550" b="1">
                <a:solidFill>
                  <a:srgbClr val="283D32"/>
                </a:solidFill>
                <a:latin typeface="Arial"/>
                <a:ea typeface="Arial"/>
                <a:cs typeface="Arial"/>
              </a:defRPr>
            </a:lvl3pPr>
            <a:lvl4pPr>
              <a:defRPr sz="2550" b="1">
                <a:solidFill>
                  <a:srgbClr val="283D32"/>
                </a:solidFill>
                <a:latin typeface="Arial"/>
                <a:ea typeface="Arial"/>
                <a:cs typeface="Arial"/>
              </a:defRPr>
            </a:lvl4pPr>
            <a:lvl5pPr>
              <a:defRPr sz="2550" b="1">
                <a:solidFill>
                  <a:srgbClr val="283D32"/>
                </a:solidFill>
                <a:latin typeface="Arial"/>
                <a:ea typeface="Arial"/>
                <a:cs typeface="Arial"/>
              </a:defRPr>
            </a:lvl5pPr>
            <a:lvl6pPr>
              <a:defRPr sz="2550" b="1">
                <a:solidFill>
                  <a:srgbClr val="283D32"/>
                </a:solidFill>
                <a:latin typeface="Arial"/>
                <a:ea typeface="Arial"/>
                <a:cs typeface="Arial"/>
              </a:defRPr>
            </a:lvl6pPr>
            <a:lvl7pPr>
              <a:defRPr sz="2550" b="1">
                <a:solidFill>
                  <a:srgbClr val="283D32"/>
                </a:solidFill>
                <a:latin typeface="Arial"/>
                <a:ea typeface="Arial"/>
                <a:cs typeface="Arial"/>
              </a:defRPr>
            </a:lvl7pPr>
            <a:lvl8pPr>
              <a:defRPr sz="2550" b="1">
                <a:solidFill>
                  <a:srgbClr val="283D32"/>
                </a:solidFill>
                <a:latin typeface="Arial"/>
                <a:ea typeface="Arial"/>
                <a:cs typeface="Arial"/>
              </a:defRPr>
            </a:lvl8pPr>
            <a:lvl9pPr>
              <a:defRPr sz="2550" b="1">
                <a:solidFill>
                  <a:srgbClr val="283D32"/>
                </a:solidFill>
                <a:latin typeface="Arial"/>
                <a:ea typeface="Arial"/>
                <a:cs typeface="Arial"/>
              </a:defRPr>
            </a:lvl9pPr>
          </a:lstStyle>
          <a:p xmlns:a="http://schemas.openxmlformats.org/drawingml/2006/main">
            <a:pPr>
              <a:defRPr sz="2550" b="1">
                <a:solidFill>
                  <a:srgbClr val="283D32"/>
                </a:solidFill>
                <a:latin typeface="Arial"/>
                <a:ea typeface="Arial"/>
                <a:cs typeface="Arial"/>
              </a:defRPr>
            </a:pPr>
            <a:r>
              <a:rPr sz="2550" b="1">
                <a:solidFill>
                  <a:srgbClr val="283D32"/>
                </a:solidFill>
                <a:latin typeface="Arial"/>
                <a:ea typeface="Arial"/>
                <a:cs typeface="Arial"/>
              </a:rPr>
              <a:t>Bookstore tools</a:t>
            </a:r>
          </a:p>
          <a:p xmlns:a="http://schemas.openxmlformats.org/drawingml/2006/main">
            <a:pPr>
              <a:defRPr sz="2550" b="1">
                <a:solidFill>
                  <a:srgbClr val="283D32"/>
                </a:solidFill>
                <a:latin typeface="Arial"/>
                <a:ea typeface="Arial"/>
                <a:cs typeface="Arial"/>
              </a:defRPr>
            </a:pPr>
            <a:r>
              <a:rPr sz="2550" b="1">
                <a:solidFill>
                  <a:srgbClr val="283D32"/>
                </a:solidFill>
                <a:latin typeface="Arial"/>
                <a:ea typeface="Arial"/>
                <a:cs typeface="Arial"/>
              </a:rPr>
              <a:t>Local mock data</a:t>
            </a:r>
          </a:p>
        </p:txBody>
      </p:sp>
      <p:sp>
        <p:nvSpPr>
          <p:cNvPr id="8" name="">
            <a:extLst xmlns:a="http://schemas.openxmlformats.org/drawingml/2006/main">
              <a:ext uri="{FF2B5EF4-FFF2-40B4-BE49-F238E27FC236}">
                <a16:creationId xmlns:a16="http://schemas.microsoft.com/office/drawing/2014/main" id="{DA84B919-D32F-433F-A0B3-493B8005CA9B}"/>
              </a:ext>
            </a:extLst>
          </p:cNvPr>
          <p:cNvSpPr>
            <a:spLocks xmlns:a="http://schemas.openxmlformats.org/drawingml/2006/main" noGrp="1"/>
          </p:cNvSpPr>
          <p:nvPr/>
        </p:nvSpPr>
        <p:spPr>
          <a:xfrm xmlns:a="http://schemas.openxmlformats.org/drawingml/2006/main">
            <a:off x="609600" y="3048000"/>
            <a:ext cx="10858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283D32"/>
                </a:solidFill>
                <a:latin typeface="Arial"/>
                <a:ea typeface="Arial"/>
                <a:cs typeface="Arial"/>
              </a:defRPr>
            </a:defPPr>
            <a:lvl1pPr>
              <a:defRPr sz="2100" b="0">
                <a:solidFill>
                  <a:srgbClr val="283D32"/>
                </a:solidFill>
                <a:latin typeface="Arial"/>
                <a:ea typeface="Arial"/>
                <a:cs typeface="Arial"/>
              </a:defRPr>
            </a:lvl1pPr>
            <a:lvl2pPr>
              <a:defRPr sz="2100" b="0">
                <a:solidFill>
                  <a:srgbClr val="283D32"/>
                </a:solidFill>
                <a:latin typeface="Arial"/>
                <a:ea typeface="Arial"/>
                <a:cs typeface="Arial"/>
              </a:defRPr>
            </a:lvl2pPr>
            <a:lvl3pPr>
              <a:defRPr sz="2100" b="0">
                <a:solidFill>
                  <a:srgbClr val="283D32"/>
                </a:solidFill>
                <a:latin typeface="Arial"/>
                <a:ea typeface="Arial"/>
                <a:cs typeface="Arial"/>
              </a:defRPr>
            </a:lvl3pPr>
            <a:lvl4pPr>
              <a:defRPr sz="2100" b="0">
                <a:solidFill>
                  <a:srgbClr val="283D32"/>
                </a:solidFill>
                <a:latin typeface="Arial"/>
                <a:ea typeface="Arial"/>
                <a:cs typeface="Arial"/>
              </a:defRPr>
            </a:lvl4pPr>
            <a:lvl5pPr>
              <a:defRPr sz="2100" b="0">
                <a:solidFill>
                  <a:srgbClr val="283D32"/>
                </a:solidFill>
                <a:latin typeface="Arial"/>
                <a:ea typeface="Arial"/>
                <a:cs typeface="Arial"/>
              </a:defRPr>
            </a:lvl5pPr>
            <a:lvl6pPr>
              <a:defRPr sz="2100" b="0">
                <a:solidFill>
                  <a:srgbClr val="283D32"/>
                </a:solidFill>
                <a:latin typeface="Arial"/>
                <a:ea typeface="Arial"/>
                <a:cs typeface="Arial"/>
              </a:defRPr>
            </a:lvl6pPr>
            <a:lvl7pPr>
              <a:defRPr sz="2100" b="0">
                <a:solidFill>
                  <a:srgbClr val="283D32"/>
                </a:solidFill>
                <a:latin typeface="Arial"/>
                <a:ea typeface="Arial"/>
                <a:cs typeface="Arial"/>
              </a:defRPr>
            </a:lvl7pPr>
            <a:lvl8pPr>
              <a:defRPr sz="2100" b="0">
                <a:solidFill>
                  <a:srgbClr val="283D32"/>
                </a:solidFill>
                <a:latin typeface="Arial"/>
                <a:ea typeface="Arial"/>
                <a:cs typeface="Arial"/>
              </a:defRPr>
            </a:lvl8pPr>
            <a:lvl9pPr>
              <a:defRPr sz="2100" b="0">
                <a:solidFill>
                  <a:srgbClr val="283D32"/>
                </a:solidFill>
                <a:latin typeface="Arial"/>
                <a:ea typeface="Arial"/>
                <a:cs typeface="Arial"/>
              </a:defRPr>
            </a:lvl9pPr>
          </a:lstStyle>
          <a:p xmlns:a="http://schemas.openxmlformats.org/drawingml/2006/main">
            <a:pPr>
              <a:defRPr sz="2100" b="0">
                <a:solidFill>
                  <a:srgbClr val="283D32"/>
                </a:solidFill>
                <a:latin typeface="Arial"/>
                <a:ea typeface="Arial"/>
                <a:cs typeface="Arial"/>
              </a:defRPr>
            </a:pPr>
            <a:r>
              <a:rPr sz="2100" b="0">
                <a:solidFill>
                  <a:srgbClr val="283D32"/>
                </a:solidFill>
                <a:latin typeface="Arial"/>
                <a:ea typeface="Arial"/>
                <a:cs typeface="Arial"/>
              </a:rPr>
              <a:t>Instructions: tone + operating rules</a:t>
            </a:r>
          </a:p>
          <a:p xmlns:a="http://schemas.openxmlformats.org/drawingml/2006/main">
            <a:pPr>
              <a:defRPr sz="2100" b="0">
                <a:solidFill>
                  <a:srgbClr val="283D32"/>
                </a:solidFill>
                <a:latin typeface="Arial"/>
                <a:ea typeface="Arial"/>
                <a:cs typeface="Arial"/>
              </a:defRPr>
            </a:pPr>
            <a:r>
              <a:rPr sz="2100" b="0">
                <a:solidFill>
                  <a:srgbClr val="283D32"/>
                </a:solidFill>
                <a:latin typeface="Arial"/>
                <a:ea typeface="Arial"/>
                <a:cs typeface="Arial"/>
              </a:rPr>
              <a:t>Memory: messages + pending proposal + created requests</a:t>
            </a:r>
          </a:p>
        </p:txBody>
      </p:sp>
      <p:sp>
        <p:nvSpPr>
          <p:cNvPr id="9" name="">
            <a:extLst xmlns:a="http://schemas.openxmlformats.org/drawingml/2006/main">
              <a:ext uri="{FF2B5EF4-FFF2-40B4-BE49-F238E27FC236}">
                <a16:creationId xmlns:a16="http://schemas.microsoft.com/office/drawing/2014/main" id="{5EAB7C1F-9C37-4634-A977-80213886496A}"/>
              </a:ext>
            </a:extLst>
          </p:cNvPr>
          <p:cNvSpPr>
            <a:spLocks xmlns:a="http://schemas.openxmlformats.org/drawingml/2006/main" noGrp="1"/>
          </p:cNvSpPr>
          <p:nvPr/>
        </p:nvSpPr>
        <p:spPr>
          <a:xfrm xmlns:a="http://schemas.openxmlformats.org/drawingml/2006/main">
            <a:off x="609600" y="4191000"/>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496B4A"/>
                </a:solidFill>
                <a:latin typeface="Arial"/>
                <a:ea typeface="Arial"/>
                <a:cs typeface="Arial"/>
              </a:defRPr>
            </a:defPPr>
            <a:lvl1pPr>
              <a:defRPr sz="2100" b="1">
                <a:solidFill>
                  <a:srgbClr val="496B4A"/>
                </a:solidFill>
                <a:latin typeface="Arial"/>
                <a:ea typeface="Arial"/>
                <a:cs typeface="Arial"/>
              </a:defRPr>
            </a:lvl1pPr>
            <a:lvl2pPr>
              <a:defRPr sz="2100" b="1">
                <a:solidFill>
                  <a:srgbClr val="496B4A"/>
                </a:solidFill>
                <a:latin typeface="Arial"/>
                <a:ea typeface="Arial"/>
                <a:cs typeface="Arial"/>
              </a:defRPr>
            </a:lvl2pPr>
            <a:lvl3pPr>
              <a:defRPr sz="2100" b="1">
                <a:solidFill>
                  <a:srgbClr val="496B4A"/>
                </a:solidFill>
                <a:latin typeface="Arial"/>
                <a:ea typeface="Arial"/>
                <a:cs typeface="Arial"/>
              </a:defRPr>
            </a:lvl3pPr>
            <a:lvl4pPr>
              <a:defRPr sz="2100" b="1">
                <a:solidFill>
                  <a:srgbClr val="496B4A"/>
                </a:solidFill>
                <a:latin typeface="Arial"/>
                <a:ea typeface="Arial"/>
                <a:cs typeface="Arial"/>
              </a:defRPr>
            </a:lvl4pPr>
            <a:lvl5pPr>
              <a:defRPr sz="2100" b="1">
                <a:solidFill>
                  <a:srgbClr val="496B4A"/>
                </a:solidFill>
                <a:latin typeface="Arial"/>
                <a:ea typeface="Arial"/>
                <a:cs typeface="Arial"/>
              </a:defRPr>
            </a:lvl5pPr>
            <a:lvl6pPr>
              <a:defRPr sz="2100" b="1">
                <a:solidFill>
                  <a:srgbClr val="496B4A"/>
                </a:solidFill>
                <a:latin typeface="Arial"/>
                <a:ea typeface="Arial"/>
                <a:cs typeface="Arial"/>
              </a:defRPr>
            </a:lvl6pPr>
            <a:lvl7pPr>
              <a:defRPr sz="2100" b="1">
                <a:solidFill>
                  <a:srgbClr val="496B4A"/>
                </a:solidFill>
                <a:latin typeface="Arial"/>
                <a:ea typeface="Arial"/>
                <a:cs typeface="Arial"/>
              </a:defRPr>
            </a:lvl7pPr>
            <a:lvl8pPr>
              <a:defRPr sz="2100" b="1">
                <a:solidFill>
                  <a:srgbClr val="496B4A"/>
                </a:solidFill>
                <a:latin typeface="Arial"/>
                <a:ea typeface="Arial"/>
                <a:cs typeface="Arial"/>
              </a:defRPr>
            </a:lvl8pPr>
            <a:lvl9pPr>
              <a:defRPr sz="2100" b="1">
                <a:solidFill>
                  <a:srgbClr val="496B4A"/>
                </a:solidFill>
                <a:latin typeface="Arial"/>
                <a:ea typeface="Arial"/>
                <a:cs typeface="Arial"/>
              </a:defRPr>
            </a:lvl9pPr>
          </a:lstStyle>
          <a:p xmlns:a="http://schemas.openxmlformats.org/drawingml/2006/main">
            <a:pPr>
              <a:defRPr sz="2100" b="1">
                <a:solidFill>
                  <a:srgbClr val="496B4A"/>
                </a:solidFill>
                <a:latin typeface="Arial"/>
                <a:ea typeface="Arial"/>
                <a:cs typeface="Arial"/>
              </a:defRPr>
            </a:pPr>
            <a:r>
              <a:rPr sz="2100" b="1">
                <a:solidFill>
                  <a:srgbClr val="496B4A"/>
                </a:solidFill>
                <a:latin typeface="Arial"/>
                <a:ea typeface="Arial"/>
                <a:cs typeface="Arial"/>
              </a:rPr>
              <a:t>get_order  /  check_return_eligibility  /  prepare_return</a:t>
            </a:r>
          </a:p>
        </p:txBody>
      </p:sp>
      <p:sp>
        <p:nvSpPr>
          <p:cNvPr id="10" name="">
            <a:extLst xmlns:a="http://schemas.openxmlformats.org/drawingml/2006/main">
              <a:ext uri="{FF2B5EF4-FFF2-40B4-BE49-F238E27FC236}">
                <a16:creationId xmlns:a16="http://schemas.microsoft.com/office/drawing/2014/main" id="{26C84514-E98E-46D6-9E1B-A21269A30806}"/>
              </a:ext>
            </a:extLst>
          </p:cNvPr>
          <p:cNvSpPr>
            <a:spLocks xmlns:a="http://schemas.openxmlformats.org/drawingml/2006/main" noGrp="1"/>
          </p:cNvSpPr>
          <p:nvPr/>
        </p:nvSpPr>
        <p:spPr>
          <a:xfrm xmlns:a="http://schemas.openxmlformats.org/drawingml/2006/main">
            <a:off x="609600" y="5095875"/>
            <a:ext cx="1085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283D32"/>
                </a:solidFill>
                <a:latin typeface="Arial"/>
                <a:ea typeface="Arial"/>
                <a:cs typeface="Arial"/>
              </a:defRPr>
            </a:defPPr>
            <a:lvl1pPr>
              <a:defRPr sz="2250" b="1">
                <a:solidFill>
                  <a:srgbClr val="283D32"/>
                </a:solidFill>
                <a:latin typeface="Arial"/>
                <a:ea typeface="Arial"/>
                <a:cs typeface="Arial"/>
              </a:defRPr>
            </a:lvl1pPr>
            <a:lvl2pPr>
              <a:defRPr sz="2250" b="1">
                <a:solidFill>
                  <a:srgbClr val="283D32"/>
                </a:solidFill>
                <a:latin typeface="Arial"/>
                <a:ea typeface="Arial"/>
                <a:cs typeface="Arial"/>
              </a:defRPr>
            </a:lvl2pPr>
            <a:lvl3pPr>
              <a:defRPr sz="2250" b="1">
                <a:solidFill>
                  <a:srgbClr val="283D32"/>
                </a:solidFill>
                <a:latin typeface="Arial"/>
                <a:ea typeface="Arial"/>
                <a:cs typeface="Arial"/>
              </a:defRPr>
            </a:lvl3pPr>
            <a:lvl4pPr>
              <a:defRPr sz="2250" b="1">
                <a:solidFill>
                  <a:srgbClr val="283D32"/>
                </a:solidFill>
                <a:latin typeface="Arial"/>
                <a:ea typeface="Arial"/>
                <a:cs typeface="Arial"/>
              </a:defRPr>
            </a:lvl4pPr>
            <a:lvl5pPr>
              <a:defRPr sz="2250" b="1">
                <a:solidFill>
                  <a:srgbClr val="283D32"/>
                </a:solidFill>
                <a:latin typeface="Arial"/>
                <a:ea typeface="Arial"/>
                <a:cs typeface="Arial"/>
              </a:defRPr>
            </a:lvl5pPr>
            <a:lvl6pPr>
              <a:defRPr sz="2250" b="1">
                <a:solidFill>
                  <a:srgbClr val="283D32"/>
                </a:solidFill>
                <a:latin typeface="Arial"/>
                <a:ea typeface="Arial"/>
                <a:cs typeface="Arial"/>
              </a:defRPr>
            </a:lvl6pPr>
            <a:lvl7pPr>
              <a:defRPr sz="2250" b="1">
                <a:solidFill>
                  <a:srgbClr val="283D32"/>
                </a:solidFill>
                <a:latin typeface="Arial"/>
                <a:ea typeface="Arial"/>
                <a:cs typeface="Arial"/>
              </a:defRPr>
            </a:lvl7pPr>
            <a:lvl8pPr>
              <a:defRPr sz="2250" b="1">
                <a:solidFill>
                  <a:srgbClr val="283D32"/>
                </a:solidFill>
                <a:latin typeface="Arial"/>
                <a:ea typeface="Arial"/>
                <a:cs typeface="Arial"/>
              </a:defRPr>
            </a:lvl8pPr>
            <a:lvl9pPr>
              <a:defRPr sz="2250" b="1">
                <a:solidFill>
                  <a:srgbClr val="283D32"/>
                </a:solidFill>
                <a:latin typeface="Arial"/>
                <a:ea typeface="Arial"/>
                <a:cs typeface="Arial"/>
              </a:defRPr>
            </a:lvl9pPr>
          </a:lstStyle>
          <a:p xmlns:a="http://schemas.openxmlformats.org/drawingml/2006/main">
            <a:pPr>
              <a:defRPr sz="2250" b="1">
                <a:solidFill>
                  <a:srgbClr val="283D32"/>
                </a:solidFill>
                <a:latin typeface="Arial"/>
                <a:ea typeface="Arial"/>
                <a:cs typeface="Arial"/>
              </a:defRPr>
            </a:pPr>
            <a:r>
              <a:rPr sz="2250" b="1">
                <a:solidFill>
                  <a:srgbClr val="283D32"/>
                </a:solidFill>
                <a:latin typeface="Arial"/>
                <a:ea typeface="Arial"/>
                <a:cs typeface="Arial"/>
              </a:rPr>
              <a:t>Prepared proposal → customer button → Python submission</a:t>
            </a:r>
          </a:p>
        </p:txBody>
      </p:sp>
      <p:sp>
        <p:nvSpPr>
          <p:cNvPr id="11" name="">
            <a:extLst xmlns:a="http://schemas.openxmlformats.org/drawingml/2006/main">
              <a:ext uri="{FF2B5EF4-FFF2-40B4-BE49-F238E27FC236}">
                <a16:creationId xmlns:a16="http://schemas.microsoft.com/office/drawing/2014/main" id="{ABA7D3BC-3D4D-43E3-B7F8-5FFC6010B6D0}"/>
              </a:ext>
            </a:extLst>
          </p:cNvPr>
          <p:cNvSpPr>
            <a:spLocks xmlns:a="http://schemas.openxmlformats.org/drawingml/2006/main" noGrp="1"/>
          </p:cNvSpPr>
          <p:nvPr/>
        </p:nvSpPr>
        <p:spPr>
          <a:xfrm xmlns:a="http://schemas.openxmlformats.org/drawingml/2006/main">
            <a:off x="609600" y="5715000"/>
            <a:ext cx="10858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657462"/>
                </a:solidFill>
                <a:latin typeface="Arial"/>
                <a:ea typeface="Arial"/>
                <a:cs typeface="Arial"/>
              </a:defRPr>
            </a:defPPr>
            <a:lvl1pPr>
              <a:defRPr sz="1725" b="0">
                <a:solidFill>
                  <a:srgbClr val="657462"/>
                </a:solidFill>
                <a:latin typeface="Arial"/>
                <a:ea typeface="Arial"/>
                <a:cs typeface="Arial"/>
              </a:defRPr>
            </a:lvl1pPr>
            <a:lvl2pPr>
              <a:defRPr sz="1725" b="0">
                <a:solidFill>
                  <a:srgbClr val="657462"/>
                </a:solidFill>
                <a:latin typeface="Arial"/>
                <a:ea typeface="Arial"/>
                <a:cs typeface="Arial"/>
              </a:defRPr>
            </a:lvl2pPr>
            <a:lvl3pPr>
              <a:defRPr sz="1725" b="0">
                <a:solidFill>
                  <a:srgbClr val="657462"/>
                </a:solidFill>
                <a:latin typeface="Arial"/>
                <a:ea typeface="Arial"/>
                <a:cs typeface="Arial"/>
              </a:defRPr>
            </a:lvl3pPr>
            <a:lvl4pPr>
              <a:defRPr sz="1725" b="0">
                <a:solidFill>
                  <a:srgbClr val="657462"/>
                </a:solidFill>
                <a:latin typeface="Arial"/>
                <a:ea typeface="Arial"/>
                <a:cs typeface="Arial"/>
              </a:defRPr>
            </a:lvl4pPr>
            <a:lvl5pPr>
              <a:defRPr sz="1725" b="0">
                <a:solidFill>
                  <a:srgbClr val="657462"/>
                </a:solidFill>
                <a:latin typeface="Arial"/>
                <a:ea typeface="Arial"/>
                <a:cs typeface="Arial"/>
              </a:defRPr>
            </a:lvl5pPr>
            <a:lvl6pPr>
              <a:defRPr sz="1725" b="0">
                <a:solidFill>
                  <a:srgbClr val="657462"/>
                </a:solidFill>
                <a:latin typeface="Arial"/>
                <a:ea typeface="Arial"/>
                <a:cs typeface="Arial"/>
              </a:defRPr>
            </a:lvl6pPr>
            <a:lvl7pPr>
              <a:defRPr sz="1725" b="0">
                <a:solidFill>
                  <a:srgbClr val="657462"/>
                </a:solidFill>
                <a:latin typeface="Arial"/>
                <a:ea typeface="Arial"/>
                <a:cs typeface="Arial"/>
              </a:defRPr>
            </a:lvl7pPr>
            <a:lvl8pPr>
              <a:defRPr sz="1725" b="0">
                <a:solidFill>
                  <a:srgbClr val="657462"/>
                </a:solidFill>
                <a:latin typeface="Arial"/>
                <a:ea typeface="Arial"/>
                <a:cs typeface="Arial"/>
              </a:defRPr>
            </a:lvl8pPr>
            <a:lvl9pPr>
              <a:defRPr sz="1725" b="0">
                <a:solidFill>
                  <a:srgbClr val="657462"/>
                </a:solidFill>
                <a:latin typeface="Arial"/>
                <a:ea typeface="Arial"/>
                <a:cs typeface="Arial"/>
              </a:defRPr>
            </a:lvl9pPr>
          </a:lstStyle>
          <a:p xmlns:a="http://schemas.openxmlformats.org/drawingml/2006/main">
            <a:pPr>
              <a:defRPr sz="1725" b="0">
                <a:solidFill>
                  <a:srgbClr val="657462"/>
                </a:solidFill>
                <a:latin typeface="Arial"/>
                <a:ea typeface="Arial"/>
                <a:cs typeface="Arial"/>
              </a:defRPr>
            </a:pPr>
            <a:r>
              <a:rPr sz="1725" b="0">
                <a:solidFill>
                  <a:srgbClr val="657462"/>
                </a:solidFill>
                <a:latin typeface="Arial"/>
                <a:ea typeface="Arial"/>
                <a:cs typeface="Arial"/>
              </a:rPr>
              <a:t>Maximum six sequential model requests per message</a:t>
            </a:r>
          </a:p>
        </p:txBody>
      </p:sp>
    </p:spTree>
    <p:extLst>
      <p:ext uri="{BB962C8B-B14F-4D97-AF65-F5344CB8AC3E}">
        <p14:creationId xmlns:p14="http://schemas.microsoft.com/office/powerpoint/2010/main" val="55919683"/>
      </p:ext>
    </p:extLst>
  </p:cSld>
</p:sld>
</file>

<file path=ppt/slides/slide3.xml><?xml version="1.0" encoding="utf-8"?>
<p:sld xmlns:p="http://schemas.openxmlformats.org/presentationml/2006/main">
  <p:cSld>
    <p:bg>
      <p:bgPr>
        <a:solidFill xmlns:a="http://schemas.openxmlformats.org/drawingml/2006/main">
          <a:srgbClr val="FBF8F1"/>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BBAD137-8DB5-4C31-A7E1-B2E99AE4A527}"/>
              </a:ext>
            </a:extLst>
          </p:cNvPr>
          <p:cNvSpPr>
            <a:spLocks xmlns:a="http://schemas.openxmlformats.org/drawingml/2006/main" noGrp="1"/>
          </p:cNvSpPr>
          <p:nvPr/>
        </p:nvSpPr>
        <p:spPr>
          <a:xfrm xmlns:a="http://schemas.openxmlformats.org/drawingml/2006/main">
            <a:off x="609600" y="457200"/>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450" b="0">
                <a:solidFill>
                  <a:srgbClr val="283D32"/>
                </a:solidFill>
                <a:latin typeface="Georgia"/>
                <a:ea typeface="Georgia"/>
                <a:cs typeface="Georgia"/>
              </a:defRPr>
            </a:defPPr>
            <a:lvl1pPr>
              <a:defRPr sz="3450" b="0">
                <a:solidFill>
                  <a:srgbClr val="283D32"/>
                </a:solidFill>
                <a:latin typeface="Georgia"/>
                <a:ea typeface="Georgia"/>
                <a:cs typeface="Georgia"/>
              </a:defRPr>
            </a:lvl1pPr>
            <a:lvl2pPr>
              <a:defRPr sz="3450" b="0">
                <a:solidFill>
                  <a:srgbClr val="283D32"/>
                </a:solidFill>
                <a:latin typeface="Georgia"/>
                <a:ea typeface="Georgia"/>
                <a:cs typeface="Georgia"/>
              </a:defRPr>
            </a:lvl2pPr>
            <a:lvl3pPr>
              <a:defRPr sz="3450" b="0">
                <a:solidFill>
                  <a:srgbClr val="283D32"/>
                </a:solidFill>
                <a:latin typeface="Georgia"/>
                <a:ea typeface="Georgia"/>
                <a:cs typeface="Georgia"/>
              </a:defRPr>
            </a:lvl3pPr>
            <a:lvl4pPr>
              <a:defRPr sz="3450" b="0">
                <a:solidFill>
                  <a:srgbClr val="283D32"/>
                </a:solidFill>
                <a:latin typeface="Georgia"/>
                <a:ea typeface="Georgia"/>
                <a:cs typeface="Georgia"/>
              </a:defRPr>
            </a:lvl4pPr>
            <a:lvl5pPr>
              <a:defRPr sz="3450" b="0">
                <a:solidFill>
                  <a:srgbClr val="283D32"/>
                </a:solidFill>
                <a:latin typeface="Georgia"/>
                <a:ea typeface="Georgia"/>
                <a:cs typeface="Georgia"/>
              </a:defRPr>
            </a:lvl5pPr>
            <a:lvl6pPr>
              <a:defRPr sz="3450" b="0">
                <a:solidFill>
                  <a:srgbClr val="283D32"/>
                </a:solidFill>
                <a:latin typeface="Georgia"/>
                <a:ea typeface="Georgia"/>
                <a:cs typeface="Georgia"/>
              </a:defRPr>
            </a:lvl6pPr>
            <a:lvl7pPr>
              <a:defRPr sz="3450" b="0">
                <a:solidFill>
                  <a:srgbClr val="283D32"/>
                </a:solidFill>
                <a:latin typeface="Georgia"/>
                <a:ea typeface="Georgia"/>
                <a:cs typeface="Georgia"/>
              </a:defRPr>
            </a:lvl7pPr>
            <a:lvl8pPr>
              <a:defRPr sz="3450" b="0">
                <a:solidFill>
                  <a:srgbClr val="283D32"/>
                </a:solidFill>
                <a:latin typeface="Georgia"/>
                <a:ea typeface="Georgia"/>
                <a:cs typeface="Georgia"/>
              </a:defRPr>
            </a:lvl8pPr>
            <a:lvl9pPr>
              <a:defRPr sz="3450" b="0">
                <a:solidFill>
                  <a:srgbClr val="283D32"/>
                </a:solidFill>
                <a:latin typeface="Georgia"/>
                <a:ea typeface="Georgia"/>
                <a:cs typeface="Georgia"/>
              </a:defRPr>
            </a:lvl9pPr>
          </a:lstStyle>
          <a:p xmlns:a="http://schemas.openxmlformats.org/drawingml/2006/main">
            <a:pPr>
              <a:defRPr sz="3450" b="0">
                <a:solidFill>
                  <a:srgbClr val="283D32"/>
                </a:solidFill>
                <a:latin typeface="Georgia"/>
                <a:ea typeface="Georgia"/>
                <a:cs typeface="Georgia"/>
              </a:defRPr>
            </a:pPr>
            <a:r>
              <a:rPr sz="3450" b="0">
                <a:solidFill>
                  <a:srgbClr val="283D32"/>
                </a:solidFill>
                <a:latin typeface="Georgia"/>
                <a:ea typeface="Georgia"/>
                <a:cs typeface="Georgia"/>
              </a:rPr>
              <a:t>Three decisions and their tradeoffs</a:t>
            </a:r>
          </a:p>
        </p:txBody>
      </p:sp>
      <p:sp>
        <p:nvSpPr>
          <p:cNvPr id="2" name="">
            <a:extLst xmlns:a="http://schemas.openxmlformats.org/drawingml/2006/main">
              <a:ext uri="{FF2B5EF4-FFF2-40B4-BE49-F238E27FC236}">
                <a16:creationId xmlns:a16="http://schemas.microsoft.com/office/drawing/2014/main" id="{00ED9331-1730-4BFD-B928-A096CFA1A7BC}"/>
              </a:ext>
            </a:extLst>
          </p:cNvPr>
          <p:cNvSpPr>
            <a:spLocks xmlns:a="http://schemas.openxmlformats.org/drawingml/2006/main" noGrp="1"/>
          </p:cNvSpPr>
          <p:nvPr/>
        </p:nvSpPr>
        <p:spPr>
          <a:xfrm xmlns:a="http://schemas.openxmlformats.org/drawingml/2006/main">
            <a:off x="609600" y="6343650"/>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57462"/>
                </a:solidFill>
                <a:latin typeface="Arial"/>
                <a:ea typeface="Arial"/>
                <a:cs typeface="Arial"/>
              </a:defRPr>
            </a:defPPr>
            <a:lvl1pPr>
              <a:defRPr sz="1125" b="0">
                <a:solidFill>
                  <a:srgbClr val="657462"/>
                </a:solidFill>
                <a:latin typeface="Arial"/>
                <a:ea typeface="Arial"/>
                <a:cs typeface="Arial"/>
              </a:defRPr>
            </a:lvl1pPr>
            <a:lvl2pPr>
              <a:defRPr sz="1125" b="0">
                <a:solidFill>
                  <a:srgbClr val="657462"/>
                </a:solidFill>
                <a:latin typeface="Arial"/>
                <a:ea typeface="Arial"/>
                <a:cs typeface="Arial"/>
              </a:defRPr>
            </a:lvl2pPr>
            <a:lvl3pPr>
              <a:defRPr sz="1125" b="0">
                <a:solidFill>
                  <a:srgbClr val="657462"/>
                </a:solidFill>
                <a:latin typeface="Arial"/>
                <a:ea typeface="Arial"/>
                <a:cs typeface="Arial"/>
              </a:defRPr>
            </a:lvl3pPr>
            <a:lvl4pPr>
              <a:defRPr sz="1125" b="0">
                <a:solidFill>
                  <a:srgbClr val="657462"/>
                </a:solidFill>
                <a:latin typeface="Arial"/>
                <a:ea typeface="Arial"/>
                <a:cs typeface="Arial"/>
              </a:defRPr>
            </a:lvl4pPr>
            <a:lvl5pPr>
              <a:defRPr sz="1125" b="0">
                <a:solidFill>
                  <a:srgbClr val="657462"/>
                </a:solidFill>
                <a:latin typeface="Arial"/>
                <a:ea typeface="Arial"/>
                <a:cs typeface="Arial"/>
              </a:defRPr>
            </a:lvl5pPr>
            <a:lvl6pPr>
              <a:defRPr sz="1125" b="0">
                <a:solidFill>
                  <a:srgbClr val="657462"/>
                </a:solidFill>
                <a:latin typeface="Arial"/>
                <a:ea typeface="Arial"/>
                <a:cs typeface="Arial"/>
              </a:defRPr>
            </a:lvl6pPr>
            <a:lvl7pPr>
              <a:defRPr sz="1125" b="0">
                <a:solidFill>
                  <a:srgbClr val="657462"/>
                </a:solidFill>
                <a:latin typeface="Arial"/>
                <a:ea typeface="Arial"/>
                <a:cs typeface="Arial"/>
              </a:defRPr>
            </a:lvl7pPr>
            <a:lvl8pPr>
              <a:defRPr sz="1125" b="0">
                <a:solidFill>
                  <a:srgbClr val="657462"/>
                </a:solidFill>
                <a:latin typeface="Arial"/>
                <a:ea typeface="Arial"/>
                <a:cs typeface="Arial"/>
              </a:defRPr>
            </a:lvl8pPr>
            <a:lvl9pPr>
              <a:defRPr sz="1125" b="0">
                <a:solidFill>
                  <a:srgbClr val="657462"/>
                </a:solidFill>
                <a:latin typeface="Arial"/>
                <a:ea typeface="Arial"/>
                <a:cs typeface="Arial"/>
              </a:defRPr>
            </a:lvl9pPr>
          </a:lstStyle>
          <a:p xmlns:a="http://schemas.openxmlformats.org/drawingml/2006/main">
            <a:pPr>
              <a:defRPr sz="1125" b="0">
                <a:solidFill>
                  <a:srgbClr val="657462"/>
                </a:solidFill>
                <a:latin typeface="Arial"/>
                <a:ea typeface="Arial"/>
                <a:cs typeface="Arial"/>
              </a:defRPr>
            </a:pPr>
            <a:r>
              <a:rPr sz="1125" b="0">
                <a:solidFill>
                  <a:srgbClr val="657462"/>
                </a:solidFill>
                <a:latin typeface="Arial"/>
                <a:ea typeface="Arial"/>
                <a:cs typeface="Arial"/>
              </a:rPr>
              <a:t>BOOKLY / DEWEY                                      3 / 5</a:t>
            </a:r>
          </a:p>
        </p:txBody>
      </p:sp>
      <p:sp>
        <p:nvSpPr>
          <p:cNvPr id="3" name="">
            <a:extLst xmlns:a="http://schemas.openxmlformats.org/drawingml/2006/main">
              <a:ext uri="{FF2B5EF4-FFF2-40B4-BE49-F238E27FC236}">
                <a16:creationId xmlns:a16="http://schemas.microsoft.com/office/drawing/2014/main" id="{D2AC60CA-25DD-455D-AB34-71245BDC7D92}"/>
              </a:ext>
            </a:extLst>
          </p:cNvPr>
          <p:cNvSpPr>
            <a:spLocks xmlns:a="http://schemas.openxmlformats.org/drawingml/2006/main" noGrp="1"/>
          </p:cNvSpPr>
          <p:nvPr/>
        </p:nvSpPr>
        <p:spPr>
          <a:xfrm xmlns:a="http://schemas.openxmlformats.org/drawingml/2006/main">
            <a:off x="609600" y="1552575"/>
            <a:ext cx="4381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496B4A"/>
                </a:solidFill>
                <a:latin typeface="Arial"/>
                <a:ea typeface="Arial"/>
                <a:cs typeface="Arial"/>
              </a:defRPr>
            </a:defPPr>
            <a:lvl1pPr>
              <a:defRPr sz="2400" b="1">
                <a:solidFill>
                  <a:srgbClr val="496B4A"/>
                </a:solidFill>
                <a:latin typeface="Arial"/>
                <a:ea typeface="Arial"/>
                <a:cs typeface="Arial"/>
              </a:defRPr>
            </a:lvl1pPr>
            <a:lvl2pPr>
              <a:defRPr sz="2400" b="1">
                <a:solidFill>
                  <a:srgbClr val="496B4A"/>
                </a:solidFill>
                <a:latin typeface="Arial"/>
                <a:ea typeface="Arial"/>
                <a:cs typeface="Arial"/>
              </a:defRPr>
            </a:lvl2pPr>
            <a:lvl3pPr>
              <a:defRPr sz="2400" b="1">
                <a:solidFill>
                  <a:srgbClr val="496B4A"/>
                </a:solidFill>
                <a:latin typeface="Arial"/>
                <a:ea typeface="Arial"/>
                <a:cs typeface="Arial"/>
              </a:defRPr>
            </a:lvl3pPr>
            <a:lvl4pPr>
              <a:defRPr sz="2400" b="1">
                <a:solidFill>
                  <a:srgbClr val="496B4A"/>
                </a:solidFill>
                <a:latin typeface="Arial"/>
                <a:ea typeface="Arial"/>
                <a:cs typeface="Arial"/>
              </a:defRPr>
            </a:lvl4pPr>
            <a:lvl5pPr>
              <a:defRPr sz="2400" b="1">
                <a:solidFill>
                  <a:srgbClr val="496B4A"/>
                </a:solidFill>
                <a:latin typeface="Arial"/>
                <a:ea typeface="Arial"/>
                <a:cs typeface="Arial"/>
              </a:defRPr>
            </a:lvl5pPr>
            <a:lvl6pPr>
              <a:defRPr sz="2400" b="1">
                <a:solidFill>
                  <a:srgbClr val="496B4A"/>
                </a:solidFill>
                <a:latin typeface="Arial"/>
                <a:ea typeface="Arial"/>
                <a:cs typeface="Arial"/>
              </a:defRPr>
            </a:lvl6pPr>
            <a:lvl7pPr>
              <a:defRPr sz="2400" b="1">
                <a:solidFill>
                  <a:srgbClr val="496B4A"/>
                </a:solidFill>
                <a:latin typeface="Arial"/>
                <a:ea typeface="Arial"/>
                <a:cs typeface="Arial"/>
              </a:defRPr>
            </a:lvl7pPr>
            <a:lvl8pPr>
              <a:defRPr sz="2400" b="1">
                <a:solidFill>
                  <a:srgbClr val="496B4A"/>
                </a:solidFill>
                <a:latin typeface="Arial"/>
                <a:ea typeface="Arial"/>
                <a:cs typeface="Arial"/>
              </a:defRPr>
            </a:lvl8pPr>
            <a:lvl9pPr>
              <a:defRPr sz="2400" b="1">
                <a:solidFill>
                  <a:srgbClr val="496B4A"/>
                </a:solidFill>
                <a:latin typeface="Arial"/>
                <a:ea typeface="Arial"/>
                <a:cs typeface="Arial"/>
              </a:defRPr>
            </a:lvl9pPr>
          </a:lstStyle>
          <a:p xmlns:a="http://schemas.openxmlformats.org/drawingml/2006/main">
            <a:pPr>
              <a:defRPr sz="2400" b="1">
                <a:solidFill>
                  <a:srgbClr val="496B4A"/>
                </a:solidFill>
                <a:latin typeface="Arial"/>
                <a:ea typeface="Arial"/>
                <a:cs typeface="Arial"/>
              </a:defRPr>
            </a:pPr>
            <a:r>
              <a:rPr sz="2400" b="1">
                <a:solidFill>
                  <a:srgbClr val="496B4A"/>
                </a:solidFill>
                <a:latin typeface="Arial"/>
                <a:ea typeface="Arial"/>
                <a:cs typeface="Arial"/>
              </a:rPr>
              <a:t>Direct API orchestration</a:t>
            </a:r>
          </a:p>
        </p:txBody>
      </p:sp>
      <p:sp>
        <p:nvSpPr>
          <p:cNvPr id="4" name="">
            <a:extLst xmlns:a="http://schemas.openxmlformats.org/drawingml/2006/main">
              <a:ext uri="{FF2B5EF4-FFF2-40B4-BE49-F238E27FC236}">
                <a16:creationId xmlns:a16="http://schemas.microsoft.com/office/drawing/2014/main" id="{4698C8F2-1F52-46BF-A5FE-C326E29C0E28}"/>
              </a:ext>
            </a:extLst>
          </p:cNvPr>
          <p:cNvSpPr>
            <a:spLocks xmlns:a="http://schemas.openxmlformats.org/drawingml/2006/main" noGrp="1"/>
          </p:cNvSpPr>
          <p:nvPr/>
        </p:nvSpPr>
        <p:spPr>
          <a:xfrm xmlns:a="http://schemas.openxmlformats.org/drawingml/2006/main">
            <a:off x="5429250" y="1552575"/>
            <a:ext cx="61436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283D32"/>
                </a:solidFill>
                <a:latin typeface="Arial"/>
                <a:ea typeface="Arial"/>
                <a:cs typeface="Arial"/>
              </a:defRPr>
            </a:defPPr>
            <a:lvl1pPr>
              <a:defRPr sz="2100" b="0">
                <a:solidFill>
                  <a:srgbClr val="283D32"/>
                </a:solidFill>
                <a:latin typeface="Arial"/>
                <a:ea typeface="Arial"/>
                <a:cs typeface="Arial"/>
              </a:defRPr>
            </a:lvl1pPr>
            <a:lvl2pPr>
              <a:defRPr sz="2100" b="0">
                <a:solidFill>
                  <a:srgbClr val="283D32"/>
                </a:solidFill>
                <a:latin typeface="Arial"/>
                <a:ea typeface="Arial"/>
                <a:cs typeface="Arial"/>
              </a:defRPr>
            </a:lvl2pPr>
            <a:lvl3pPr>
              <a:defRPr sz="2100" b="0">
                <a:solidFill>
                  <a:srgbClr val="283D32"/>
                </a:solidFill>
                <a:latin typeface="Arial"/>
                <a:ea typeface="Arial"/>
                <a:cs typeface="Arial"/>
              </a:defRPr>
            </a:lvl3pPr>
            <a:lvl4pPr>
              <a:defRPr sz="2100" b="0">
                <a:solidFill>
                  <a:srgbClr val="283D32"/>
                </a:solidFill>
                <a:latin typeface="Arial"/>
                <a:ea typeface="Arial"/>
                <a:cs typeface="Arial"/>
              </a:defRPr>
            </a:lvl4pPr>
            <a:lvl5pPr>
              <a:defRPr sz="2100" b="0">
                <a:solidFill>
                  <a:srgbClr val="283D32"/>
                </a:solidFill>
                <a:latin typeface="Arial"/>
                <a:ea typeface="Arial"/>
                <a:cs typeface="Arial"/>
              </a:defRPr>
            </a:lvl5pPr>
            <a:lvl6pPr>
              <a:defRPr sz="2100" b="0">
                <a:solidFill>
                  <a:srgbClr val="283D32"/>
                </a:solidFill>
                <a:latin typeface="Arial"/>
                <a:ea typeface="Arial"/>
                <a:cs typeface="Arial"/>
              </a:defRPr>
            </a:lvl6pPr>
            <a:lvl7pPr>
              <a:defRPr sz="2100" b="0">
                <a:solidFill>
                  <a:srgbClr val="283D32"/>
                </a:solidFill>
                <a:latin typeface="Arial"/>
                <a:ea typeface="Arial"/>
                <a:cs typeface="Arial"/>
              </a:defRPr>
            </a:lvl7pPr>
            <a:lvl8pPr>
              <a:defRPr sz="2100" b="0">
                <a:solidFill>
                  <a:srgbClr val="283D32"/>
                </a:solidFill>
                <a:latin typeface="Arial"/>
                <a:ea typeface="Arial"/>
                <a:cs typeface="Arial"/>
              </a:defRPr>
            </a:lvl8pPr>
            <a:lvl9pPr>
              <a:defRPr sz="2100" b="0">
                <a:solidFill>
                  <a:srgbClr val="283D32"/>
                </a:solidFill>
                <a:latin typeface="Arial"/>
                <a:ea typeface="Arial"/>
                <a:cs typeface="Arial"/>
              </a:defRPr>
            </a:lvl9pPr>
          </a:lstStyle>
          <a:p xmlns:a="http://schemas.openxmlformats.org/drawingml/2006/main">
            <a:pPr>
              <a:defRPr sz="2100" b="0">
                <a:solidFill>
                  <a:srgbClr val="283D32"/>
                </a:solidFill>
                <a:latin typeface="Arial"/>
                <a:ea typeface="Arial"/>
                <a:cs typeface="Arial"/>
              </a:defRPr>
            </a:pPr>
            <a:r>
              <a:rPr sz="2100" b="0">
                <a:solidFill>
                  <a:srgbClr val="283D32"/>
                </a:solidFill>
                <a:latin typeface="Arial"/>
                <a:ea typeface="Arial"/>
                <a:cs typeface="Arial"/>
              </a:rPr>
              <a:t>Visible tool use and a bounded loop.</a:t>
            </a:r>
          </a:p>
          <a:p xmlns:a="http://schemas.openxmlformats.org/drawingml/2006/main">
            <a:pPr>
              <a:defRPr sz="2100" b="0">
                <a:solidFill>
                  <a:srgbClr val="283D32"/>
                </a:solidFill>
                <a:latin typeface="Arial"/>
                <a:ea typeface="Arial"/>
                <a:cs typeface="Arial"/>
              </a:defRPr>
            </a:pPr>
            <a:r>
              <a:rPr sz="2100" b="0">
                <a:solidFill>
                  <a:srgbClr val="283D32"/>
                </a:solidFill>
                <a:latin typeface="Arial"/>
                <a:ea typeface="Arial"/>
                <a:cs typeface="Arial"/>
              </a:rPr>
              <a:t>Tradeoff: own the history and error handling.</a:t>
            </a:r>
          </a:p>
        </p:txBody>
      </p:sp>
      <p:sp>
        <p:nvSpPr>
          <p:cNvPr id="5" name="">
            <a:extLst xmlns:a="http://schemas.openxmlformats.org/drawingml/2006/main">
              <a:ext uri="{FF2B5EF4-FFF2-40B4-BE49-F238E27FC236}">
                <a16:creationId xmlns:a16="http://schemas.microsoft.com/office/drawing/2014/main" id="{93402C67-C86D-4343-87A7-F2779C3116BF}"/>
              </a:ext>
            </a:extLst>
          </p:cNvPr>
          <p:cNvSpPr>
            <a:spLocks xmlns:a="http://schemas.openxmlformats.org/drawingml/2006/main" noGrp="1"/>
          </p:cNvSpPr>
          <p:nvPr/>
        </p:nvSpPr>
        <p:spPr>
          <a:xfrm xmlns:a="http://schemas.openxmlformats.org/drawingml/2006/main">
            <a:off x="609600" y="3057525"/>
            <a:ext cx="4476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496B4A"/>
                </a:solidFill>
                <a:latin typeface="Arial"/>
                <a:ea typeface="Arial"/>
                <a:cs typeface="Arial"/>
              </a:defRPr>
            </a:defPPr>
            <a:lvl1pPr>
              <a:defRPr sz="2400" b="1">
                <a:solidFill>
                  <a:srgbClr val="496B4A"/>
                </a:solidFill>
                <a:latin typeface="Arial"/>
                <a:ea typeface="Arial"/>
                <a:cs typeface="Arial"/>
              </a:defRPr>
            </a:lvl1pPr>
            <a:lvl2pPr>
              <a:defRPr sz="2400" b="1">
                <a:solidFill>
                  <a:srgbClr val="496B4A"/>
                </a:solidFill>
                <a:latin typeface="Arial"/>
                <a:ea typeface="Arial"/>
                <a:cs typeface="Arial"/>
              </a:defRPr>
            </a:lvl2pPr>
            <a:lvl3pPr>
              <a:defRPr sz="2400" b="1">
                <a:solidFill>
                  <a:srgbClr val="496B4A"/>
                </a:solidFill>
                <a:latin typeface="Arial"/>
                <a:ea typeface="Arial"/>
                <a:cs typeface="Arial"/>
              </a:defRPr>
            </a:lvl3pPr>
            <a:lvl4pPr>
              <a:defRPr sz="2400" b="1">
                <a:solidFill>
                  <a:srgbClr val="496B4A"/>
                </a:solidFill>
                <a:latin typeface="Arial"/>
                <a:ea typeface="Arial"/>
                <a:cs typeface="Arial"/>
              </a:defRPr>
            </a:lvl4pPr>
            <a:lvl5pPr>
              <a:defRPr sz="2400" b="1">
                <a:solidFill>
                  <a:srgbClr val="496B4A"/>
                </a:solidFill>
                <a:latin typeface="Arial"/>
                <a:ea typeface="Arial"/>
                <a:cs typeface="Arial"/>
              </a:defRPr>
            </a:lvl5pPr>
            <a:lvl6pPr>
              <a:defRPr sz="2400" b="1">
                <a:solidFill>
                  <a:srgbClr val="496B4A"/>
                </a:solidFill>
                <a:latin typeface="Arial"/>
                <a:ea typeface="Arial"/>
                <a:cs typeface="Arial"/>
              </a:defRPr>
            </a:lvl6pPr>
            <a:lvl7pPr>
              <a:defRPr sz="2400" b="1">
                <a:solidFill>
                  <a:srgbClr val="496B4A"/>
                </a:solidFill>
                <a:latin typeface="Arial"/>
                <a:ea typeface="Arial"/>
                <a:cs typeface="Arial"/>
              </a:defRPr>
            </a:lvl7pPr>
            <a:lvl8pPr>
              <a:defRPr sz="2400" b="1">
                <a:solidFill>
                  <a:srgbClr val="496B4A"/>
                </a:solidFill>
                <a:latin typeface="Arial"/>
                <a:ea typeface="Arial"/>
                <a:cs typeface="Arial"/>
              </a:defRPr>
            </a:lvl8pPr>
            <a:lvl9pPr>
              <a:defRPr sz="2400" b="1">
                <a:solidFill>
                  <a:srgbClr val="496B4A"/>
                </a:solidFill>
                <a:latin typeface="Arial"/>
                <a:ea typeface="Arial"/>
                <a:cs typeface="Arial"/>
              </a:defRPr>
            </a:lvl9pPr>
          </a:lstStyle>
          <a:p xmlns:a="http://schemas.openxmlformats.org/drawingml/2006/main">
            <a:pPr>
              <a:defRPr sz="2400" b="1">
                <a:solidFill>
                  <a:srgbClr val="496B4A"/>
                </a:solidFill>
                <a:latin typeface="Arial"/>
                <a:ea typeface="Arial"/>
                <a:cs typeface="Arial"/>
              </a:defRPr>
            </a:pPr>
            <a:r>
              <a:rPr sz="2400" b="1">
                <a:solidFill>
                  <a:srgbClr val="496B4A"/>
                </a:solidFill>
                <a:latin typeface="Arial"/>
                <a:ea typeface="Arial"/>
                <a:cs typeface="Arial"/>
              </a:rPr>
              <a:t>Python rules + confirmation</a:t>
            </a:r>
          </a:p>
        </p:txBody>
      </p:sp>
      <p:sp>
        <p:nvSpPr>
          <p:cNvPr id="6" name="">
            <a:extLst xmlns:a="http://schemas.openxmlformats.org/drawingml/2006/main">
              <a:ext uri="{FF2B5EF4-FFF2-40B4-BE49-F238E27FC236}">
                <a16:creationId xmlns:a16="http://schemas.microsoft.com/office/drawing/2014/main" id="{88BCFD5D-0313-4EBE-8E6A-327F2A768911}"/>
              </a:ext>
            </a:extLst>
          </p:cNvPr>
          <p:cNvSpPr>
            <a:spLocks xmlns:a="http://schemas.openxmlformats.org/drawingml/2006/main" noGrp="1"/>
          </p:cNvSpPr>
          <p:nvPr/>
        </p:nvSpPr>
        <p:spPr>
          <a:xfrm xmlns:a="http://schemas.openxmlformats.org/drawingml/2006/main">
            <a:off x="5429250" y="3057525"/>
            <a:ext cx="61436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283D32"/>
                </a:solidFill>
                <a:latin typeface="Arial"/>
                <a:ea typeface="Arial"/>
                <a:cs typeface="Arial"/>
              </a:defRPr>
            </a:defPPr>
            <a:lvl1pPr>
              <a:defRPr sz="2100" b="0">
                <a:solidFill>
                  <a:srgbClr val="283D32"/>
                </a:solidFill>
                <a:latin typeface="Arial"/>
                <a:ea typeface="Arial"/>
                <a:cs typeface="Arial"/>
              </a:defRPr>
            </a:lvl1pPr>
            <a:lvl2pPr>
              <a:defRPr sz="2100" b="0">
                <a:solidFill>
                  <a:srgbClr val="283D32"/>
                </a:solidFill>
                <a:latin typeface="Arial"/>
                <a:ea typeface="Arial"/>
                <a:cs typeface="Arial"/>
              </a:defRPr>
            </a:lvl2pPr>
            <a:lvl3pPr>
              <a:defRPr sz="2100" b="0">
                <a:solidFill>
                  <a:srgbClr val="283D32"/>
                </a:solidFill>
                <a:latin typeface="Arial"/>
                <a:ea typeface="Arial"/>
                <a:cs typeface="Arial"/>
              </a:defRPr>
            </a:lvl3pPr>
            <a:lvl4pPr>
              <a:defRPr sz="2100" b="0">
                <a:solidFill>
                  <a:srgbClr val="283D32"/>
                </a:solidFill>
                <a:latin typeface="Arial"/>
                <a:ea typeface="Arial"/>
                <a:cs typeface="Arial"/>
              </a:defRPr>
            </a:lvl4pPr>
            <a:lvl5pPr>
              <a:defRPr sz="2100" b="0">
                <a:solidFill>
                  <a:srgbClr val="283D32"/>
                </a:solidFill>
                <a:latin typeface="Arial"/>
                <a:ea typeface="Arial"/>
                <a:cs typeface="Arial"/>
              </a:defRPr>
            </a:lvl5pPr>
            <a:lvl6pPr>
              <a:defRPr sz="2100" b="0">
                <a:solidFill>
                  <a:srgbClr val="283D32"/>
                </a:solidFill>
                <a:latin typeface="Arial"/>
                <a:ea typeface="Arial"/>
                <a:cs typeface="Arial"/>
              </a:defRPr>
            </a:lvl6pPr>
            <a:lvl7pPr>
              <a:defRPr sz="2100" b="0">
                <a:solidFill>
                  <a:srgbClr val="283D32"/>
                </a:solidFill>
                <a:latin typeface="Arial"/>
                <a:ea typeface="Arial"/>
                <a:cs typeface="Arial"/>
              </a:defRPr>
            </a:lvl7pPr>
            <a:lvl8pPr>
              <a:defRPr sz="2100" b="0">
                <a:solidFill>
                  <a:srgbClr val="283D32"/>
                </a:solidFill>
                <a:latin typeface="Arial"/>
                <a:ea typeface="Arial"/>
                <a:cs typeface="Arial"/>
              </a:defRPr>
            </a:lvl8pPr>
            <a:lvl9pPr>
              <a:defRPr sz="2100" b="0">
                <a:solidFill>
                  <a:srgbClr val="283D32"/>
                </a:solidFill>
                <a:latin typeface="Arial"/>
                <a:ea typeface="Arial"/>
                <a:cs typeface="Arial"/>
              </a:defRPr>
            </a:lvl9pPr>
          </a:lstStyle>
          <a:p xmlns:a="http://schemas.openxmlformats.org/drawingml/2006/main">
            <a:pPr>
              <a:defRPr sz="2100" b="0">
                <a:solidFill>
                  <a:srgbClr val="283D32"/>
                </a:solidFill>
                <a:latin typeface="Arial"/>
                <a:ea typeface="Arial"/>
                <a:cs typeface="Arial"/>
              </a:defRPr>
            </a:pPr>
            <a:r>
              <a:rPr sz="2100" b="0">
                <a:solidFill>
                  <a:srgbClr val="283D32"/>
                </a:solidFill>
                <a:latin typeface="Arial"/>
                <a:ea typeface="Arial"/>
                <a:cs typeface="Arial"/>
              </a:rPr>
              <a:t>Validate eligibility before changing records.</a:t>
            </a:r>
          </a:p>
          <a:p xmlns:a="http://schemas.openxmlformats.org/drawingml/2006/main">
            <a:pPr>
              <a:defRPr sz="2100" b="0">
                <a:solidFill>
                  <a:srgbClr val="283D32"/>
                </a:solidFill>
                <a:latin typeface="Arial"/>
                <a:ea typeface="Arial"/>
                <a:cs typeface="Arial"/>
              </a:defRPr>
            </a:pPr>
            <a:r>
              <a:rPr sz="2100" b="0">
                <a:solidFill>
                  <a:srgbClr val="283D32"/>
                </a:solidFill>
                <a:latin typeface="Arial"/>
                <a:ea typeface="Arial"/>
                <a:cs typeface="Arial"/>
              </a:rPr>
              <a:t>Tradeoff: one more customer step; no exceptions.</a:t>
            </a:r>
          </a:p>
        </p:txBody>
      </p:sp>
      <p:sp>
        <p:nvSpPr>
          <p:cNvPr id="7" name="">
            <a:extLst xmlns:a="http://schemas.openxmlformats.org/drawingml/2006/main">
              <a:ext uri="{FF2B5EF4-FFF2-40B4-BE49-F238E27FC236}">
                <a16:creationId xmlns:a16="http://schemas.microsoft.com/office/drawing/2014/main" id="{A949BA3B-5B48-40A0-96D4-2A03E1191777}"/>
              </a:ext>
            </a:extLst>
          </p:cNvPr>
          <p:cNvSpPr>
            <a:spLocks xmlns:a="http://schemas.openxmlformats.org/drawingml/2006/main" noGrp="1"/>
          </p:cNvSpPr>
          <p:nvPr/>
        </p:nvSpPr>
        <p:spPr>
          <a:xfrm xmlns:a="http://schemas.openxmlformats.org/drawingml/2006/main">
            <a:off x="609600" y="4572000"/>
            <a:ext cx="4381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496B4A"/>
                </a:solidFill>
                <a:latin typeface="Arial"/>
                <a:ea typeface="Arial"/>
                <a:cs typeface="Arial"/>
              </a:defRPr>
            </a:defPPr>
            <a:lvl1pPr>
              <a:defRPr sz="2400" b="1">
                <a:solidFill>
                  <a:srgbClr val="496B4A"/>
                </a:solidFill>
                <a:latin typeface="Arial"/>
                <a:ea typeface="Arial"/>
                <a:cs typeface="Arial"/>
              </a:defRPr>
            </a:lvl1pPr>
            <a:lvl2pPr>
              <a:defRPr sz="2400" b="1">
                <a:solidFill>
                  <a:srgbClr val="496B4A"/>
                </a:solidFill>
                <a:latin typeface="Arial"/>
                <a:ea typeface="Arial"/>
                <a:cs typeface="Arial"/>
              </a:defRPr>
            </a:lvl2pPr>
            <a:lvl3pPr>
              <a:defRPr sz="2400" b="1">
                <a:solidFill>
                  <a:srgbClr val="496B4A"/>
                </a:solidFill>
                <a:latin typeface="Arial"/>
                <a:ea typeface="Arial"/>
                <a:cs typeface="Arial"/>
              </a:defRPr>
            </a:lvl3pPr>
            <a:lvl4pPr>
              <a:defRPr sz="2400" b="1">
                <a:solidFill>
                  <a:srgbClr val="496B4A"/>
                </a:solidFill>
                <a:latin typeface="Arial"/>
                <a:ea typeface="Arial"/>
                <a:cs typeface="Arial"/>
              </a:defRPr>
            </a:lvl4pPr>
            <a:lvl5pPr>
              <a:defRPr sz="2400" b="1">
                <a:solidFill>
                  <a:srgbClr val="496B4A"/>
                </a:solidFill>
                <a:latin typeface="Arial"/>
                <a:ea typeface="Arial"/>
                <a:cs typeface="Arial"/>
              </a:defRPr>
            </a:lvl5pPr>
            <a:lvl6pPr>
              <a:defRPr sz="2400" b="1">
                <a:solidFill>
                  <a:srgbClr val="496B4A"/>
                </a:solidFill>
                <a:latin typeface="Arial"/>
                <a:ea typeface="Arial"/>
                <a:cs typeface="Arial"/>
              </a:defRPr>
            </a:lvl6pPr>
            <a:lvl7pPr>
              <a:defRPr sz="2400" b="1">
                <a:solidFill>
                  <a:srgbClr val="496B4A"/>
                </a:solidFill>
                <a:latin typeface="Arial"/>
                <a:ea typeface="Arial"/>
                <a:cs typeface="Arial"/>
              </a:defRPr>
            </a:lvl7pPr>
            <a:lvl8pPr>
              <a:defRPr sz="2400" b="1">
                <a:solidFill>
                  <a:srgbClr val="496B4A"/>
                </a:solidFill>
                <a:latin typeface="Arial"/>
                <a:ea typeface="Arial"/>
                <a:cs typeface="Arial"/>
              </a:defRPr>
            </a:lvl8pPr>
            <a:lvl9pPr>
              <a:defRPr sz="2400" b="1">
                <a:solidFill>
                  <a:srgbClr val="496B4A"/>
                </a:solidFill>
                <a:latin typeface="Arial"/>
                <a:ea typeface="Arial"/>
                <a:cs typeface="Arial"/>
              </a:defRPr>
            </a:lvl9pPr>
          </a:lstStyle>
          <a:p xmlns:a="http://schemas.openxmlformats.org/drawingml/2006/main">
            <a:pPr>
              <a:defRPr sz="2400" b="1">
                <a:solidFill>
                  <a:srgbClr val="496B4A"/>
                </a:solidFill>
                <a:latin typeface="Arial"/>
                <a:ea typeface="Arial"/>
                <a:cs typeface="Arial"/>
              </a:defRPr>
            </a:pPr>
            <a:r>
              <a:rPr sz="2400" b="1">
                <a:solidFill>
                  <a:srgbClr val="496B4A"/>
                </a:solidFill>
                <a:latin typeface="Arial"/>
                <a:ea typeface="Arial"/>
                <a:cs typeface="Arial"/>
              </a:rPr>
              <a:t>Session-only memory</a:t>
            </a:r>
          </a:p>
        </p:txBody>
      </p:sp>
      <p:sp>
        <p:nvSpPr>
          <p:cNvPr id="8" name="">
            <a:extLst xmlns:a="http://schemas.openxmlformats.org/drawingml/2006/main">
              <a:ext uri="{FF2B5EF4-FFF2-40B4-BE49-F238E27FC236}">
                <a16:creationId xmlns:a16="http://schemas.microsoft.com/office/drawing/2014/main" id="{BC819F0B-0DE4-413C-8176-5174D33E438B}"/>
              </a:ext>
            </a:extLst>
          </p:cNvPr>
          <p:cNvSpPr>
            <a:spLocks xmlns:a="http://schemas.openxmlformats.org/drawingml/2006/main" noGrp="1"/>
          </p:cNvSpPr>
          <p:nvPr/>
        </p:nvSpPr>
        <p:spPr>
          <a:xfrm xmlns:a="http://schemas.openxmlformats.org/drawingml/2006/main">
            <a:off x="5429250" y="4572000"/>
            <a:ext cx="61436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283D32"/>
                </a:solidFill>
                <a:latin typeface="Arial"/>
                <a:ea typeface="Arial"/>
                <a:cs typeface="Arial"/>
              </a:defRPr>
            </a:defPPr>
            <a:lvl1pPr>
              <a:defRPr sz="2100" b="0">
                <a:solidFill>
                  <a:srgbClr val="283D32"/>
                </a:solidFill>
                <a:latin typeface="Arial"/>
                <a:ea typeface="Arial"/>
                <a:cs typeface="Arial"/>
              </a:defRPr>
            </a:lvl1pPr>
            <a:lvl2pPr>
              <a:defRPr sz="2100" b="0">
                <a:solidFill>
                  <a:srgbClr val="283D32"/>
                </a:solidFill>
                <a:latin typeface="Arial"/>
                <a:ea typeface="Arial"/>
                <a:cs typeface="Arial"/>
              </a:defRPr>
            </a:lvl2pPr>
            <a:lvl3pPr>
              <a:defRPr sz="2100" b="0">
                <a:solidFill>
                  <a:srgbClr val="283D32"/>
                </a:solidFill>
                <a:latin typeface="Arial"/>
                <a:ea typeface="Arial"/>
                <a:cs typeface="Arial"/>
              </a:defRPr>
            </a:lvl3pPr>
            <a:lvl4pPr>
              <a:defRPr sz="2100" b="0">
                <a:solidFill>
                  <a:srgbClr val="283D32"/>
                </a:solidFill>
                <a:latin typeface="Arial"/>
                <a:ea typeface="Arial"/>
                <a:cs typeface="Arial"/>
              </a:defRPr>
            </a:lvl4pPr>
            <a:lvl5pPr>
              <a:defRPr sz="2100" b="0">
                <a:solidFill>
                  <a:srgbClr val="283D32"/>
                </a:solidFill>
                <a:latin typeface="Arial"/>
                <a:ea typeface="Arial"/>
                <a:cs typeface="Arial"/>
              </a:defRPr>
            </a:lvl5pPr>
            <a:lvl6pPr>
              <a:defRPr sz="2100" b="0">
                <a:solidFill>
                  <a:srgbClr val="283D32"/>
                </a:solidFill>
                <a:latin typeface="Arial"/>
                <a:ea typeface="Arial"/>
                <a:cs typeface="Arial"/>
              </a:defRPr>
            </a:lvl6pPr>
            <a:lvl7pPr>
              <a:defRPr sz="2100" b="0">
                <a:solidFill>
                  <a:srgbClr val="283D32"/>
                </a:solidFill>
                <a:latin typeface="Arial"/>
                <a:ea typeface="Arial"/>
                <a:cs typeface="Arial"/>
              </a:defRPr>
            </a:lvl7pPr>
            <a:lvl8pPr>
              <a:defRPr sz="2100" b="0">
                <a:solidFill>
                  <a:srgbClr val="283D32"/>
                </a:solidFill>
                <a:latin typeface="Arial"/>
                <a:ea typeface="Arial"/>
                <a:cs typeface="Arial"/>
              </a:defRPr>
            </a:lvl8pPr>
            <a:lvl9pPr>
              <a:defRPr sz="2100" b="0">
                <a:solidFill>
                  <a:srgbClr val="283D32"/>
                </a:solidFill>
                <a:latin typeface="Arial"/>
                <a:ea typeface="Arial"/>
                <a:cs typeface="Arial"/>
              </a:defRPr>
            </a:lvl9pPr>
          </a:lstStyle>
          <a:p xmlns:a="http://schemas.openxmlformats.org/drawingml/2006/main">
            <a:pPr>
              <a:defRPr sz="2100" b="0">
                <a:solidFill>
                  <a:srgbClr val="283D32"/>
                </a:solidFill>
                <a:latin typeface="Arial"/>
                <a:ea typeface="Arial"/>
                <a:cs typeface="Arial"/>
              </a:defRPr>
            </a:pPr>
            <a:r>
              <a:rPr sz="2100" b="0">
                <a:solidFill>
                  <a:srgbClr val="283D32"/>
                </a:solidFill>
                <a:latin typeface="Arial"/>
                <a:ea typeface="Arial"/>
                <a:cs typeface="Arial"/>
              </a:rPr>
              <a:t>Enough context for multi-turn resolution.</a:t>
            </a:r>
          </a:p>
          <a:p xmlns:a="http://schemas.openxmlformats.org/drawingml/2006/main">
            <a:pPr>
              <a:defRPr sz="2100" b="0">
                <a:solidFill>
                  <a:srgbClr val="283D32"/>
                </a:solidFill>
                <a:latin typeface="Arial"/>
                <a:ea typeface="Arial"/>
                <a:cs typeface="Arial"/>
              </a:defRPr>
            </a:pPr>
            <a:r>
              <a:rPr sz="2100" b="0">
                <a:solidFill>
                  <a:srgbClr val="283D32"/>
                </a:solidFill>
                <a:latin typeface="Arial"/>
                <a:ea typeface="Arial"/>
                <a:cs typeface="Arial"/>
              </a:rPr>
              <a:t>Tradeoff: no durable or cross-device history.</a:t>
            </a:r>
          </a:p>
        </p:txBody>
      </p:sp>
    </p:spTree>
    <p:extLst>
      <p:ext uri="{BB962C8B-B14F-4D97-AF65-F5344CB8AC3E}">
        <p14:creationId xmlns:p14="http://schemas.microsoft.com/office/powerpoint/2010/main" val="571437682"/>
      </p:ext>
    </p:extLst>
  </p:cSld>
</p:sld>
</file>

<file path=ppt/slides/slide4.xml><?xml version="1.0" encoding="utf-8"?>
<p:sld xmlns:p="http://schemas.openxmlformats.org/presentationml/2006/main">
  <p:cSld>
    <p:bg>
      <p:bgPr>
        <a:solidFill xmlns:a="http://schemas.openxmlformats.org/drawingml/2006/main">
          <a:srgbClr val="FBF8F1"/>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9A5C4AD-5465-4907-9DD1-E4CEB34BCA04}"/>
              </a:ext>
            </a:extLst>
          </p:cNvPr>
          <p:cNvSpPr>
            <a:spLocks xmlns:a="http://schemas.openxmlformats.org/drawingml/2006/main" noGrp="1"/>
          </p:cNvSpPr>
          <p:nvPr/>
        </p:nvSpPr>
        <p:spPr>
          <a:xfrm xmlns:a="http://schemas.openxmlformats.org/drawingml/2006/main">
            <a:off x="609600" y="457200"/>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450" b="0">
                <a:solidFill>
                  <a:srgbClr val="283D32"/>
                </a:solidFill>
                <a:latin typeface="Georgia"/>
                <a:ea typeface="Georgia"/>
                <a:cs typeface="Georgia"/>
              </a:defRPr>
            </a:defPPr>
            <a:lvl1pPr>
              <a:defRPr sz="3450" b="0">
                <a:solidFill>
                  <a:srgbClr val="283D32"/>
                </a:solidFill>
                <a:latin typeface="Georgia"/>
                <a:ea typeface="Georgia"/>
                <a:cs typeface="Georgia"/>
              </a:defRPr>
            </a:lvl1pPr>
            <a:lvl2pPr>
              <a:defRPr sz="3450" b="0">
                <a:solidFill>
                  <a:srgbClr val="283D32"/>
                </a:solidFill>
                <a:latin typeface="Georgia"/>
                <a:ea typeface="Georgia"/>
                <a:cs typeface="Georgia"/>
              </a:defRPr>
            </a:lvl2pPr>
            <a:lvl3pPr>
              <a:defRPr sz="3450" b="0">
                <a:solidFill>
                  <a:srgbClr val="283D32"/>
                </a:solidFill>
                <a:latin typeface="Georgia"/>
                <a:ea typeface="Georgia"/>
                <a:cs typeface="Georgia"/>
              </a:defRPr>
            </a:lvl3pPr>
            <a:lvl4pPr>
              <a:defRPr sz="3450" b="0">
                <a:solidFill>
                  <a:srgbClr val="283D32"/>
                </a:solidFill>
                <a:latin typeface="Georgia"/>
                <a:ea typeface="Georgia"/>
                <a:cs typeface="Georgia"/>
              </a:defRPr>
            </a:lvl4pPr>
            <a:lvl5pPr>
              <a:defRPr sz="3450" b="0">
                <a:solidFill>
                  <a:srgbClr val="283D32"/>
                </a:solidFill>
                <a:latin typeface="Georgia"/>
                <a:ea typeface="Georgia"/>
                <a:cs typeface="Georgia"/>
              </a:defRPr>
            </a:lvl5pPr>
            <a:lvl6pPr>
              <a:defRPr sz="3450" b="0">
                <a:solidFill>
                  <a:srgbClr val="283D32"/>
                </a:solidFill>
                <a:latin typeface="Georgia"/>
                <a:ea typeface="Georgia"/>
                <a:cs typeface="Georgia"/>
              </a:defRPr>
            </a:lvl6pPr>
            <a:lvl7pPr>
              <a:defRPr sz="3450" b="0">
                <a:solidFill>
                  <a:srgbClr val="283D32"/>
                </a:solidFill>
                <a:latin typeface="Georgia"/>
                <a:ea typeface="Georgia"/>
                <a:cs typeface="Georgia"/>
              </a:defRPr>
            </a:lvl7pPr>
            <a:lvl8pPr>
              <a:defRPr sz="3450" b="0">
                <a:solidFill>
                  <a:srgbClr val="283D32"/>
                </a:solidFill>
                <a:latin typeface="Georgia"/>
                <a:ea typeface="Georgia"/>
                <a:cs typeface="Georgia"/>
              </a:defRPr>
            </a:lvl8pPr>
            <a:lvl9pPr>
              <a:defRPr sz="3450" b="0">
                <a:solidFill>
                  <a:srgbClr val="283D32"/>
                </a:solidFill>
                <a:latin typeface="Georgia"/>
                <a:ea typeface="Georgia"/>
                <a:cs typeface="Georgia"/>
              </a:defRPr>
            </a:lvl9pPr>
          </a:lstStyle>
          <a:p xmlns:a="http://schemas.openxmlformats.org/drawingml/2006/main">
            <a:pPr>
              <a:defRPr sz="3450" b="0">
                <a:solidFill>
                  <a:srgbClr val="283D32"/>
                </a:solidFill>
                <a:latin typeface="Georgia"/>
                <a:ea typeface="Georgia"/>
                <a:cs typeface="Georgia"/>
              </a:defRPr>
            </a:pPr>
            <a:r>
              <a:rPr sz="3450" b="0">
                <a:solidFill>
                  <a:srgbClr val="283D32"/>
                </a:solidFill>
                <a:latin typeface="Georgia"/>
                <a:ea typeface="Georgia"/>
                <a:cs typeface="Georgia"/>
              </a:rPr>
              <a:t>Evidence and demo rehearsal</a:t>
            </a:r>
          </a:p>
        </p:txBody>
      </p:sp>
      <p:sp>
        <p:nvSpPr>
          <p:cNvPr id="2" name="">
            <a:extLst xmlns:a="http://schemas.openxmlformats.org/drawingml/2006/main">
              <a:ext uri="{FF2B5EF4-FFF2-40B4-BE49-F238E27FC236}">
                <a16:creationId xmlns:a16="http://schemas.microsoft.com/office/drawing/2014/main" id="{5940C85D-738F-4523-B662-167E86CC0D63}"/>
              </a:ext>
            </a:extLst>
          </p:cNvPr>
          <p:cNvSpPr>
            <a:spLocks xmlns:a="http://schemas.openxmlformats.org/drawingml/2006/main" noGrp="1"/>
          </p:cNvSpPr>
          <p:nvPr/>
        </p:nvSpPr>
        <p:spPr>
          <a:xfrm xmlns:a="http://schemas.openxmlformats.org/drawingml/2006/main">
            <a:off x="609600" y="6343650"/>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57462"/>
                </a:solidFill>
                <a:latin typeface="Arial"/>
                <a:ea typeface="Arial"/>
                <a:cs typeface="Arial"/>
              </a:defRPr>
            </a:defPPr>
            <a:lvl1pPr>
              <a:defRPr sz="1125" b="0">
                <a:solidFill>
                  <a:srgbClr val="657462"/>
                </a:solidFill>
                <a:latin typeface="Arial"/>
                <a:ea typeface="Arial"/>
                <a:cs typeface="Arial"/>
              </a:defRPr>
            </a:lvl1pPr>
            <a:lvl2pPr>
              <a:defRPr sz="1125" b="0">
                <a:solidFill>
                  <a:srgbClr val="657462"/>
                </a:solidFill>
                <a:latin typeface="Arial"/>
                <a:ea typeface="Arial"/>
                <a:cs typeface="Arial"/>
              </a:defRPr>
            </a:lvl2pPr>
            <a:lvl3pPr>
              <a:defRPr sz="1125" b="0">
                <a:solidFill>
                  <a:srgbClr val="657462"/>
                </a:solidFill>
                <a:latin typeface="Arial"/>
                <a:ea typeface="Arial"/>
                <a:cs typeface="Arial"/>
              </a:defRPr>
            </a:lvl3pPr>
            <a:lvl4pPr>
              <a:defRPr sz="1125" b="0">
                <a:solidFill>
                  <a:srgbClr val="657462"/>
                </a:solidFill>
                <a:latin typeface="Arial"/>
                <a:ea typeface="Arial"/>
                <a:cs typeface="Arial"/>
              </a:defRPr>
            </a:lvl4pPr>
            <a:lvl5pPr>
              <a:defRPr sz="1125" b="0">
                <a:solidFill>
                  <a:srgbClr val="657462"/>
                </a:solidFill>
                <a:latin typeface="Arial"/>
                <a:ea typeface="Arial"/>
                <a:cs typeface="Arial"/>
              </a:defRPr>
            </a:lvl5pPr>
            <a:lvl6pPr>
              <a:defRPr sz="1125" b="0">
                <a:solidFill>
                  <a:srgbClr val="657462"/>
                </a:solidFill>
                <a:latin typeface="Arial"/>
                <a:ea typeface="Arial"/>
                <a:cs typeface="Arial"/>
              </a:defRPr>
            </a:lvl6pPr>
            <a:lvl7pPr>
              <a:defRPr sz="1125" b="0">
                <a:solidFill>
                  <a:srgbClr val="657462"/>
                </a:solidFill>
                <a:latin typeface="Arial"/>
                <a:ea typeface="Arial"/>
                <a:cs typeface="Arial"/>
              </a:defRPr>
            </a:lvl7pPr>
            <a:lvl8pPr>
              <a:defRPr sz="1125" b="0">
                <a:solidFill>
                  <a:srgbClr val="657462"/>
                </a:solidFill>
                <a:latin typeface="Arial"/>
                <a:ea typeface="Arial"/>
                <a:cs typeface="Arial"/>
              </a:defRPr>
            </a:lvl8pPr>
            <a:lvl9pPr>
              <a:defRPr sz="1125" b="0">
                <a:solidFill>
                  <a:srgbClr val="657462"/>
                </a:solidFill>
                <a:latin typeface="Arial"/>
                <a:ea typeface="Arial"/>
                <a:cs typeface="Arial"/>
              </a:defRPr>
            </a:lvl9pPr>
          </a:lstStyle>
          <a:p xmlns:a="http://schemas.openxmlformats.org/drawingml/2006/main">
            <a:pPr>
              <a:defRPr sz="1125" b="0">
                <a:solidFill>
                  <a:srgbClr val="657462"/>
                </a:solidFill>
                <a:latin typeface="Arial"/>
                <a:ea typeface="Arial"/>
                <a:cs typeface="Arial"/>
              </a:defRPr>
            </a:pPr>
            <a:r>
              <a:rPr sz="1125" b="0">
                <a:solidFill>
                  <a:srgbClr val="657462"/>
                </a:solidFill>
                <a:latin typeface="Arial"/>
                <a:ea typeface="Arial"/>
                <a:cs typeface="Arial"/>
              </a:rPr>
              <a:t>BOOKLY / DEWEY                                      4 / 5</a:t>
            </a:r>
          </a:p>
        </p:txBody>
      </p:sp>
      <p:sp>
        <p:nvSpPr>
          <p:cNvPr id="3" name="">
            <a:extLst xmlns:a="http://schemas.openxmlformats.org/drawingml/2006/main">
              <a:ext uri="{FF2B5EF4-FFF2-40B4-BE49-F238E27FC236}">
                <a16:creationId xmlns:a16="http://schemas.microsoft.com/office/drawing/2014/main" id="{FE692D30-4D33-4E16-872D-242DD6148A5A}"/>
              </a:ext>
            </a:extLst>
          </p:cNvPr>
          <p:cNvSpPr>
            <a:spLocks xmlns:a="http://schemas.openxmlformats.org/drawingml/2006/main" noGrp="1"/>
          </p:cNvSpPr>
          <p:nvPr/>
        </p:nvSpPr>
        <p:spPr>
          <a:xfrm xmlns:a="http://schemas.openxmlformats.org/drawingml/2006/main">
            <a:off x="609600" y="1457325"/>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000" b="1">
                <a:solidFill>
                  <a:srgbClr val="496B4A"/>
                </a:solidFill>
                <a:latin typeface="Arial"/>
                <a:ea typeface="Arial"/>
                <a:cs typeface="Arial"/>
              </a:defRPr>
            </a:defPPr>
            <a:lvl1pPr>
              <a:defRPr sz="3000" b="1">
                <a:solidFill>
                  <a:srgbClr val="496B4A"/>
                </a:solidFill>
                <a:latin typeface="Arial"/>
                <a:ea typeface="Arial"/>
                <a:cs typeface="Arial"/>
              </a:defRPr>
            </a:lvl1pPr>
            <a:lvl2pPr>
              <a:defRPr sz="3000" b="1">
                <a:solidFill>
                  <a:srgbClr val="496B4A"/>
                </a:solidFill>
                <a:latin typeface="Arial"/>
                <a:ea typeface="Arial"/>
                <a:cs typeface="Arial"/>
              </a:defRPr>
            </a:lvl2pPr>
            <a:lvl3pPr>
              <a:defRPr sz="3000" b="1">
                <a:solidFill>
                  <a:srgbClr val="496B4A"/>
                </a:solidFill>
                <a:latin typeface="Arial"/>
                <a:ea typeface="Arial"/>
                <a:cs typeface="Arial"/>
              </a:defRPr>
            </a:lvl3pPr>
            <a:lvl4pPr>
              <a:defRPr sz="3000" b="1">
                <a:solidFill>
                  <a:srgbClr val="496B4A"/>
                </a:solidFill>
                <a:latin typeface="Arial"/>
                <a:ea typeface="Arial"/>
                <a:cs typeface="Arial"/>
              </a:defRPr>
            </a:lvl4pPr>
            <a:lvl5pPr>
              <a:defRPr sz="3000" b="1">
                <a:solidFill>
                  <a:srgbClr val="496B4A"/>
                </a:solidFill>
                <a:latin typeface="Arial"/>
                <a:ea typeface="Arial"/>
                <a:cs typeface="Arial"/>
              </a:defRPr>
            </a:lvl5pPr>
            <a:lvl6pPr>
              <a:defRPr sz="3000" b="1">
                <a:solidFill>
                  <a:srgbClr val="496B4A"/>
                </a:solidFill>
                <a:latin typeface="Arial"/>
                <a:ea typeface="Arial"/>
                <a:cs typeface="Arial"/>
              </a:defRPr>
            </a:lvl6pPr>
            <a:lvl7pPr>
              <a:defRPr sz="3000" b="1">
                <a:solidFill>
                  <a:srgbClr val="496B4A"/>
                </a:solidFill>
                <a:latin typeface="Arial"/>
                <a:ea typeface="Arial"/>
                <a:cs typeface="Arial"/>
              </a:defRPr>
            </a:lvl7pPr>
            <a:lvl8pPr>
              <a:defRPr sz="3000" b="1">
                <a:solidFill>
                  <a:srgbClr val="496B4A"/>
                </a:solidFill>
                <a:latin typeface="Arial"/>
                <a:ea typeface="Arial"/>
                <a:cs typeface="Arial"/>
              </a:defRPr>
            </a:lvl8pPr>
            <a:lvl9pPr>
              <a:defRPr sz="3000" b="1">
                <a:solidFill>
                  <a:srgbClr val="496B4A"/>
                </a:solidFill>
                <a:latin typeface="Arial"/>
                <a:ea typeface="Arial"/>
                <a:cs typeface="Arial"/>
              </a:defRPr>
            </a:lvl9pPr>
          </a:lstStyle>
          <a:p xmlns:a="http://schemas.openxmlformats.org/drawingml/2006/main">
            <a:pPr>
              <a:defRPr sz="3000" b="1">
                <a:solidFill>
                  <a:srgbClr val="496B4A"/>
                </a:solidFill>
                <a:latin typeface="Arial"/>
                <a:ea typeface="Arial"/>
                <a:cs typeface="Arial"/>
              </a:defRPr>
            </a:pPr>
            <a:r>
              <a:rPr sz="3000" b="1">
                <a:solidFill>
                  <a:srgbClr val="496B4A"/>
                </a:solidFill>
                <a:latin typeface="Arial"/>
                <a:ea typeface="Arial"/>
                <a:cs typeface="Arial"/>
              </a:rPr>
              <a:t>34 automated checks passing</a:t>
            </a:r>
          </a:p>
        </p:txBody>
      </p:sp>
      <p:sp>
        <p:nvSpPr>
          <p:cNvPr id="4" name="">
            <a:extLst xmlns:a="http://schemas.openxmlformats.org/drawingml/2006/main">
              <a:ext uri="{FF2B5EF4-FFF2-40B4-BE49-F238E27FC236}">
                <a16:creationId xmlns:a16="http://schemas.microsoft.com/office/drawing/2014/main" id="{FC82ECB9-4212-40B2-A0C3-3B6953B71CAD}"/>
              </a:ext>
            </a:extLst>
          </p:cNvPr>
          <p:cNvSpPr>
            <a:spLocks xmlns:a="http://schemas.openxmlformats.org/drawingml/2006/main" noGrp="1"/>
          </p:cNvSpPr>
          <p:nvPr/>
        </p:nvSpPr>
        <p:spPr>
          <a:xfrm xmlns:a="http://schemas.openxmlformats.org/drawingml/2006/main">
            <a:off x="609600" y="2333625"/>
            <a:ext cx="10858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283D32"/>
                </a:solidFill>
                <a:latin typeface="Arial"/>
                <a:ea typeface="Arial"/>
                <a:cs typeface="Arial"/>
              </a:defRPr>
            </a:defPPr>
            <a:lvl1pPr>
              <a:defRPr sz="2175" b="0">
                <a:solidFill>
                  <a:srgbClr val="283D32"/>
                </a:solidFill>
                <a:latin typeface="Arial"/>
                <a:ea typeface="Arial"/>
                <a:cs typeface="Arial"/>
              </a:defRPr>
            </a:lvl1pPr>
            <a:lvl2pPr>
              <a:defRPr sz="2175" b="0">
                <a:solidFill>
                  <a:srgbClr val="283D32"/>
                </a:solidFill>
                <a:latin typeface="Arial"/>
                <a:ea typeface="Arial"/>
                <a:cs typeface="Arial"/>
              </a:defRPr>
            </a:lvl2pPr>
            <a:lvl3pPr>
              <a:defRPr sz="2175" b="0">
                <a:solidFill>
                  <a:srgbClr val="283D32"/>
                </a:solidFill>
                <a:latin typeface="Arial"/>
                <a:ea typeface="Arial"/>
                <a:cs typeface="Arial"/>
              </a:defRPr>
            </a:lvl3pPr>
            <a:lvl4pPr>
              <a:defRPr sz="2175" b="0">
                <a:solidFill>
                  <a:srgbClr val="283D32"/>
                </a:solidFill>
                <a:latin typeface="Arial"/>
                <a:ea typeface="Arial"/>
                <a:cs typeface="Arial"/>
              </a:defRPr>
            </a:lvl4pPr>
            <a:lvl5pPr>
              <a:defRPr sz="2175" b="0">
                <a:solidFill>
                  <a:srgbClr val="283D32"/>
                </a:solidFill>
                <a:latin typeface="Arial"/>
                <a:ea typeface="Arial"/>
                <a:cs typeface="Arial"/>
              </a:defRPr>
            </a:lvl5pPr>
            <a:lvl6pPr>
              <a:defRPr sz="2175" b="0">
                <a:solidFill>
                  <a:srgbClr val="283D32"/>
                </a:solidFill>
                <a:latin typeface="Arial"/>
                <a:ea typeface="Arial"/>
                <a:cs typeface="Arial"/>
              </a:defRPr>
            </a:lvl6pPr>
            <a:lvl7pPr>
              <a:defRPr sz="2175" b="0">
                <a:solidFill>
                  <a:srgbClr val="283D32"/>
                </a:solidFill>
                <a:latin typeface="Arial"/>
                <a:ea typeface="Arial"/>
                <a:cs typeface="Arial"/>
              </a:defRPr>
            </a:lvl7pPr>
            <a:lvl8pPr>
              <a:defRPr sz="2175" b="0">
                <a:solidFill>
                  <a:srgbClr val="283D32"/>
                </a:solidFill>
                <a:latin typeface="Arial"/>
                <a:ea typeface="Arial"/>
                <a:cs typeface="Arial"/>
              </a:defRPr>
            </a:lvl8pPr>
            <a:lvl9pPr>
              <a:defRPr sz="2175" b="0">
                <a:solidFill>
                  <a:srgbClr val="283D32"/>
                </a:solidFill>
                <a:latin typeface="Arial"/>
                <a:ea typeface="Arial"/>
                <a:cs typeface="Arial"/>
              </a:defRPr>
            </a:lvl9pPr>
          </a:lstStyle>
          <a:p xmlns:a="http://schemas.openxmlformats.org/drawingml/2006/main">
            <a:pPr>
              <a:defRPr sz="2175" b="0">
                <a:solidFill>
                  <a:srgbClr val="283D32"/>
                </a:solidFill>
                <a:latin typeface="Arial"/>
                <a:ea typeface="Arial"/>
                <a:cs typeface="Arial"/>
              </a:defRPr>
            </a:pPr>
            <a:r>
              <a:rPr sz="2175" b="0">
                <a:solidFill>
                  <a:srgbClr val="283D32"/>
                </a:solidFill>
                <a:latin typeface="Arial"/>
                <a:ea typeface="Arial"/>
                <a:cs typeface="Arial"/>
              </a:rPr>
              <a:t>Policy boundaries, duplicate protection, stale proposals,</a:t>
            </a:r>
          </a:p>
          <a:p xmlns:a="http://schemas.openxmlformats.org/drawingml/2006/main">
            <a:pPr>
              <a:defRPr sz="2175" b="0">
                <a:solidFill>
                  <a:srgbClr val="283D32"/>
                </a:solidFill>
                <a:latin typeface="Arial"/>
                <a:ea typeface="Arial"/>
                <a:cs typeface="Arial"/>
              </a:defRPr>
            </a:pPr>
            <a:r>
              <a:rPr sz="2175" b="0">
                <a:solidFill>
                  <a:srgbClr val="283D32"/>
                </a:solidFill>
                <a:latin typeface="Arial"/>
                <a:ea typeface="Arial"/>
                <a:cs typeface="Arial"/>
              </a:rPr>
              <a:t>SDK serialization, and actual Streamlit buttons.</a:t>
            </a:r>
          </a:p>
        </p:txBody>
      </p:sp>
      <p:sp>
        <p:nvSpPr>
          <p:cNvPr id="5" name="">
            <a:extLst xmlns:a="http://schemas.openxmlformats.org/drawingml/2006/main">
              <a:ext uri="{FF2B5EF4-FFF2-40B4-BE49-F238E27FC236}">
                <a16:creationId xmlns:a16="http://schemas.microsoft.com/office/drawing/2014/main" id="{7E78D036-AEE1-4832-83A5-C09330AC6EDD}"/>
              </a:ext>
            </a:extLst>
          </p:cNvPr>
          <p:cNvSpPr>
            <a:spLocks xmlns:a="http://schemas.openxmlformats.org/drawingml/2006/main" noGrp="1"/>
          </p:cNvSpPr>
          <p:nvPr/>
        </p:nvSpPr>
        <p:spPr>
          <a:xfrm xmlns:a="http://schemas.openxmlformats.org/drawingml/2006/main">
            <a:off x="609600" y="3762375"/>
            <a:ext cx="1085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283D32"/>
                </a:solidFill>
                <a:latin typeface="Arial"/>
                <a:ea typeface="Arial"/>
                <a:cs typeface="Arial"/>
              </a:defRPr>
            </a:defPPr>
            <a:lvl1pPr>
              <a:defRPr sz="2400" b="1">
                <a:solidFill>
                  <a:srgbClr val="283D32"/>
                </a:solidFill>
                <a:latin typeface="Arial"/>
                <a:ea typeface="Arial"/>
                <a:cs typeface="Arial"/>
              </a:defRPr>
            </a:lvl1pPr>
            <a:lvl2pPr>
              <a:defRPr sz="2400" b="1">
                <a:solidFill>
                  <a:srgbClr val="283D32"/>
                </a:solidFill>
                <a:latin typeface="Arial"/>
                <a:ea typeface="Arial"/>
                <a:cs typeface="Arial"/>
              </a:defRPr>
            </a:lvl2pPr>
            <a:lvl3pPr>
              <a:defRPr sz="2400" b="1">
                <a:solidFill>
                  <a:srgbClr val="283D32"/>
                </a:solidFill>
                <a:latin typeface="Arial"/>
                <a:ea typeface="Arial"/>
                <a:cs typeface="Arial"/>
              </a:defRPr>
            </a:lvl3pPr>
            <a:lvl4pPr>
              <a:defRPr sz="2400" b="1">
                <a:solidFill>
                  <a:srgbClr val="283D32"/>
                </a:solidFill>
                <a:latin typeface="Arial"/>
                <a:ea typeface="Arial"/>
                <a:cs typeface="Arial"/>
              </a:defRPr>
            </a:lvl4pPr>
            <a:lvl5pPr>
              <a:defRPr sz="2400" b="1">
                <a:solidFill>
                  <a:srgbClr val="283D32"/>
                </a:solidFill>
                <a:latin typeface="Arial"/>
                <a:ea typeface="Arial"/>
                <a:cs typeface="Arial"/>
              </a:defRPr>
            </a:lvl5pPr>
            <a:lvl6pPr>
              <a:defRPr sz="2400" b="1">
                <a:solidFill>
                  <a:srgbClr val="283D32"/>
                </a:solidFill>
                <a:latin typeface="Arial"/>
                <a:ea typeface="Arial"/>
                <a:cs typeface="Arial"/>
              </a:defRPr>
            </a:lvl6pPr>
            <a:lvl7pPr>
              <a:defRPr sz="2400" b="1">
                <a:solidFill>
                  <a:srgbClr val="283D32"/>
                </a:solidFill>
                <a:latin typeface="Arial"/>
                <a:ea typeface="Arial"/>
                <a:cs typeface="Arial"/>
              </a:defRPr>
            </a:lvl7pPr>
            <a:lvl8pPr>
              <a:defRPr sz="2400" b="1">
                <a:solidFill>
                  <a:srgbClr val="283D32"/>
                </a:solidFill>
                <a:latin typeface="Arial"/>
                <a:ea typeface="Arial"/>
                <a:cs typeface="Arial"/>
              </a:defRPr>
            </a:lvl8pPr>
            <a:lvl9pPr>
              <a:defRPr sz="2400" b="1">
                <a:solidFill>
                  <a:srgbClr val="283D32"/>
                </a:solidFill>
                <a:latin typeface="Arial"/>
                <a:ea typeface="Arial"/>
                <a:cs typeface="Arial"/>
              </a:defRPr>
            </a:lvl9pPr>
          </a:lstStyle>
          <a:p xmlns:a="http://schemas.openxmlformats.org/drawingml/2006/main">
            <a:pPr>
              <a:defRPr sz="2400" b="1">
                <a:solidFill>
                  <a:srgbClr val="283D32"/>
                </a:solidFill>
                <a:latin typeface="Arial"/>
                <a:ea typeface="Arial"/>
                <a:cs typeface="Arial"/>
              </a:defRPr>
            </a:pPr>
            <a:r>
              <a:rPr sz="2400" b="1">
                <a:solidFill>
                  <a:srgbClr val="283D32"/>
                </a:solidFill>
                <a:latin typeface="Arial"/>
                <a:ea typeface="Arial"/>
                <a:cs typeface="Arial"/>
              </a:rPr>
              <a:t>Live rehearsal after API setup</a:t>
            </a:r>
          </a:p>
        </p:txBody>
      </p:sp>
      <p:sp>
        <p:nvSpPr>
          <p:cNvPr id="6" name="">
            <a:extLst xmlns:a="http://schemas.openxmlformats.org/drawingml/2006/main">
              <a:ext uri="{FF2B5EF4-FFF2-40B4-BE49-F238E27FC236}">
                <a16:creationId xmlns:a16="http://schemas.microsoft.com/office/drawing/2014/main" id="{21FD69F2-DEF8-4DE3-AF17-257FA0AA5E69}"/>
              </a:ext>
            </a:extLst>
          </p:cNvPr>
          <p:cNvSpPr>
            <a:spLocks xmlns:a="http://schemas.openxmlformats.org/drawingml/2006/main" noGrp="1"/>
          </p:cNvSpPr>
          <p:nvPr/>
        </p:nvSpPr>
        <p:spPr>
          <a:xfrm xmlns:a="http://schemas.openxmlformats.org/drawingml/2006/main">
            <a:off x="609600" y="4457700"/>
            <a:ext cx="108585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283D32"/>
                </a:solidFill>
                <a:latin typeface="Arial"/>
                <a:ea typeface="Arial"/>
                <a:cs typeface="Arial"/>
              </a:defRPr>
            </a:defPPr>
            <a:lvl1pPr>
              <a:defRPr sz="2100" b="0">
                <a:solidFill>
                  <a:srgbClr val="283D32"/>
                </a:solidFill>
                <a:latin typeface="Arial"/>
                <a:ea typeface="Arial"/>
                <a:cs typeface="Arial"/>
              </a:defRPr>
            </a:lvl1pPr>
            <a:lvl2pPr>
              <a:defRPr sz="2100" b="0">
                <a:solidFill>
                  <a:srgbClr val="283D32"/>
                </a:solidFill>
                <a:latin typeface="Arial"/>
                <a:ea typeface="Arial"/>
                <a:cs typeface="Arial"/>
              </a:defRPr>
            </a:lvl2pPr>
            <a:lvl3pPr>
              <a:defRPr sz="2100" b="0">
                <a:solidFill>
                  <a:srgbClr val="283D32"/>
                </a:solidFill>
                <a:latin typeface="Arial"/>
                <a:ea typeface="Arial"/>
                <a:cs typeface="Arial"/>
              </a:defRPr>
            </a:lvl3pPr>
            <a:lvl4pPr>
              <a:defRPr sz="2100" b="0">
                <a:solidFill>
                  <a:srgbClr val="283D32"/>
                </a:solidFill>
                <a:latin typeface="Arial"/>
                <a:ea typeface="Arial"/>
                <a:cs typeface="Arial"/>
              </a:defRPr>
            </a:lvl4pPr>
            <a:lvl5pPr>
              <a:defRPr sz="2100" b="0">
                <a:solidFill>
                  <a:srgbClr val="283D32"/>
                </a:solidFill>
                <a:latin typeface="Arial"/>
                <a:ea typeface="Arial"/>
                <a:cs typeface="Arial"/>
              </a:defRPr>
            </a:lvl5pPr>
            <a:lvl6pPr>
              <a:defRPr sz="2100" b="0">
                <a:solidFill>
                  <a:srgbClr val="283D32"/>
                </a:solidFill>
                <a:latin typeface="Arial"/>
                <a:ea typeface="Arial"/>
                <a:cs typeface="Arial"/>
              </a:defRPr>
            </a:lvl6pPr>
            <a:lvl7pPr>
              <a:defRPr sz="2100" b="0">
                <a:solidFill>
                  <a:srgbClr val="283D32"/>
                </a:solidFill>
                <a:latin typeface="Arial"/>
                <a:ea typeface="Arial"/>
                <a:cs typeface="Arial"/>
              </a:defRPr>
            </a:lvl7pPr>
            <a:lvl8pPr>
              <a:defRPr sz="2100" b="0">
                <a:solidFill>
                  <a:srgbClr val="283D32"/>
                </a:solidFill>
                <a:latin typeface="Arial"/>
                <a:ea typeface="Arial"/>
                <a:cs typeface="Arial"/>
              </a:defRPr>
            </a:lvl8pPr>
            <a:lvl9pPr>
              <a:defRPr sz="2100" b="0">
                <a:solidFill>
                  <a:srgbClr val="283D32"/>
                </a:solidFill>
                <a:latin typeface="Arial"/>
                <a:ea typeface="Arial"/>
                <a:cs typeface="Arial"/>
              </a:defRPr>
            </a:lvl9pPr>
          </a:lstStyle>
          <a:p xmlns:a="http://schemas.openxmlformats.org/drawingml/2006/main">
            <a:pPr>
              <a:defRPr sz="2100" b="0">
                <a:solidFill>
                  <a:srgbClr val="283D32"/>
                </a:solidFill>
                <a:latin typeface="Arial"/>
                <a:ea typeface="Arial"/>
                <a:cs typeface="Arial"/>
              </a:defRPr>
            </a:pPr>
            <a:r>
              <a:rPr sz="2100" b="0">
                <a:solidFill>
                  <a:srgbClr val="283D32"/>
                </a:solidFill>
                <a:latin typeface="Arial"/>
                <a:ea typeface="Arial"/>
                <a:cs typeface="Arial"/>
              </a:rPr>
              <a:t>BK-1001   Tracking with a missing order number</a:t>
            </a:r>
          </a:p>
          <a:p xmlns:a="http://schemas.openxmlformats.org/drawingml/2006/main">
            <a:pPr>
              <a:defRPr sz="2100" b="0">
                <a:solidFill>
                  <a:srgbClr val="283D32"/>
                </a:solidFill>
                <a:latin typeface="Arial"/>
                <a:ea typeface="Arial"/>
                <a:cs typeface="Arial"/>
              </a:defRPr>
            </a:pPr>
            <a:r>
              <a:rPr sz="2100" b="0">
                <a:solidFill>
                  <a:srgbClr val="283D32"/>
                </a:solidFill>
                <a:latin typeface="Arial"/>
                <a:ea typeface="Arial"/>
                <a:cs typeface="Arial"/>
              </a:rPr>
              <a:t>BK-1002   Item selection, reason, confirmation, reference</a:t>
            </a:r>
          </a:p>
          <a:p xmlns:a="http://schemas.openxmlformats.org/drawingml/2006/main">
            <a:pPr>
              <a:defRPr sz="2100" b="0">
                <a:solidFill>
                  <a:srgbClr val="283D32"/>
                </a:solidFill>
                <a:latin typeface="Arial"/>
                <a:ea typeface="Arial"/>
                <a:cs typeface="Arial"/>
              </a:defRPr>
            </a:pPr>
            <a:r>
              <a:rPr sz="2100" b="0">
                <a:solidFill>
                  <a:srgbClr val="283D32"/>
                </a:solidFill>
                <a:latin typeface="Arial"/>
                <a:ea typeface="Arial"/>
                <a:cs typeface="Arial"/>
              </a:rPr>
              <a:t>BK-1003   Expired window; no return created</a:t>
            </a:r>
          </a:p>
        </p:txBody>
      </p:sp>
      <p:sp>
        <p:nvSpPr>
          <p:cNvPr id="7" name="">
            <a:extLst xmlns:a="http://schemas.openxmlformats.org/drawingml/2006/main">
              <a:ext uri="{FF2B5EF4-FFF2-40B4-BE49-F238E27FC236}">
                <a16:creationId xmlns:a16="http://schemas.microsoft.com/office/drawing/2014/main" id="{EA310BBF-B896-47DA-B41F-FAAAE8FBCD54}"/>
              </a:ext>
            </a:extLst>
          </p:cNvPr>
          <p:cNvSpPr>
            <a:spLocks xmlns:a="http://schemas.openxmlformats.org/drawingml/2006/main" noGrp="1"/>
          </p:cNvSpPr>
          <p:nvPr/>
        </p:nvSpPr>
        <p:spPr>
          <a:xfrm xmlns:a="http://schemas.openxmlformats.org/drawingml/2006/main">
            <a:off x="609600" y="5819775"/>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657462"/>
                </a:solidFill>
                <a:latin typeface="Arial"/>
                <a:ea typeface="Arial"/>
                <a:cs typeface="Arial"/>
              </a:defRPr>
            </a:defPPr>
            <a:lvl1pPr>
              <a:defRPr sz="1725" b="0">
                <a:solidFill>
                  <a:srgbClr val="657462"/>
                </a:solidFill>
                <a:latin typeface="Arial"/>
                <a:ea typeface="Arial"/>
                <a:cs typeface="Arial"/>
              </a:defRPr>
            </a:lvl1pPr>
            <a:lvl2pPr>
              <a:defRPr sz="1725" b="0">
                <a:solidFill>
                  <a:srgbClr val="657462"/>
                </a:solidFill>
                <a:latin typeface="Arial"/>
                <a:ea typeface="Arial"/>
                <a:cs typeface="Arial"/>
              </a:defRPr>
            </a:lvl2pPr>
            <a:lvl3pPr>
              <a:defRPr sz="1725" b="0">
                <a:solidFill>
                  <a:srgbClr val="657462"/>
                </a:solidFill>
                <a:latin typeface="Arial"/>
                <a:ea typeface="Arial"/>
                <a:cs typeface="Arial"/>
              </a:defRPr>
            </a:lvl3pPr>
            <a:lvl4pPr>
              <a:defRPr sz="1725" b="0">
                <a:solidFill>
                  <a:srgbClr val="657462"/>
                </a:solidFill>
                <a:latin typeface="Arial"/>
                <a:ea typeface="Arial"/>
                <a:cs typeface="Arial"/>
              </a:defRPr>
            </a:lvl4pPr>
            <a:lvl5pPr>
              <a:defRPr sz="1725" b="0">
                <a:solidFill>
                  <a:srgbClr val="657462"/>
                </a:solidFill>
                <a:latin typeface="Arial"/>
                <a:ea typeface="Arial"/>
                <a:cs typeface="Arial"/>
              </a:defRPr>
            </a:lvl5pPr>
            <a:lvl6pPr>
              <a:defRPr sz="1725" b="0">
                <a:solidFill>
                  <a:srgbClr val="657462"/>
                </a:solidFill>
                <a:latin typeface="Arial"/>
                <a:ea typeface="Arial"/>
                <a:cs typeface="Arial"/>
              </a:defRPr>
            </a:lvl6pPr>
            <a:lvl7pPr>
              <a:defRPr sz="1725" b="0">
                <a:solidFill>
                  <a:srgbClr val="657462"/>
                </a:solidFill>
                <a:latin typeface="Arial"/>
                <a:ea typeface="Arial"/>
                <a:cs typeface="Arial"/>
              </a:defRPr>
            </a:lvl7pPr>
            <a:lvl8pPr>
              <a:defRPr sz="1725" b="0">
                <a:solidFill>
                  <a:srgbClr val="657462"/>
                </a:solidFill>
                <a:latin typeface="Arial"/>
                <a:ea typeface="Arial"/>
                <a:cs typeface="Arial"/>
              </a:defRPr>
            </a:lvl8pPr>
            <a:lvl9pPr>
              <a:defRPr sz="1725" b="0">
                <a:solidFill>
                  <a:srgbClr val="657462"/>
                </a:solidFill>
                <a:latin typeface="Arial"/>
                <a:ea typeface="Arial"/>
                <a:cs typeface="Arial"/>
              </a:defRPr>
            </a:lvl9pPr>
          </a:lstStyle>
          <a:p xmlns:a="http://schemas.openxmlformats.org/drawingml/2006/main">
            <a:pPr>
              <a:defRPr sz="1725" b="0">
                <a:solidFill>
                  <a:srgbClr val="657462"/>
                </a:solidFill>
                <a:latin typeface="Arial"/>
                <a:ea typeface="Arial"/>
                <a:cs typeface="Arial"/>
              </a:defRPr>
            </a:pPr>
            <a:r>
              <a:rPr sz="1725" b="0">
                <a:solidFill>
                  <a:srgbClr val="657462"/>
                </a:solidFill>
                <a:latin typeface="Arial"/>
                <a:ea typeface="Arial"/>
                <a:cs typeface="Arial"/>
              </a:rPr>
              <a:t>Live model behavior is not yet verified.</a:t>
            </a:r>
          </a:p>
        </p:txBody>
      </p:sp>
    </p:spTree>
    <p:extLst>
      <p:ext uri="{BB962C8B-B14F-4D97-AF65-F5344CB8AC3E}">
        <p14:creationId xmlns:p14="http://schemas.microsoft.com/office/powerpoint/2010/main" val="934845997"/>
      </p:ext>
    </p:extLst>
  </p:cSld>
</p:sld>
</file>

<file path=ppt/slides/slide5.xml><?xml version="1.0" encoding="utf-8"?>
<p:sld xmlns:p="http://schemas.openxmlformats.org/presentationml/2006/main">
  <p:cSld>
    <p:bg>
      <p:bgPr>
        <a:solidFill xmlns:a="http://schemas.openxmlformats.org/drawingml/2006/main">
          <a:srgbClr val="FBF8F1"/>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B746530-7A38-4905-A774-67AFA4448B7C}"/>
              </a:ext>
            </a:extLst>
          </p:cNvPr>
          <p:cNvSpPr>
            <a:spLocks xmlns:a="http://schemas.openxmlformats.org/drawingml/2006/main" noGrp="1"/>
          </p:cNvSpPr>
          <p:nvPr/>
        </p:nvSpPr>
        <p:spPr>
          <a:xfrm xmlns:a="http://schemas.openxmlformats.org/drawingml/2006/main">
            <a:off x="609600" y="457200"/>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450" b="0">
                <a:solidFill>
                  <a:srgbClr val="283D32"/>
                </a:solidFill>
                <a:latin typeface="Georgia"/>
                <a:ea typeface="Georgia"/>
                <a:cs typeface="Georgia"/>
              </a:defRPr>
            </a:defPPr>
            <a:lvl1pPr>
              <a:defRPr sz="3450" b="0">
                <a:solidFill>
                  <a:srgbClr val="283D32"/>
                </a:solidFill>
                <a:latin typeface="Georgia"/>
                <a:ea typeface="Georgia"/>
                <a:cs typeface="Georgia"/>
              </a:defRPr>
            </a:lvl1pPr>
            <a:lvl2pPr>
              <a:defRPr sz="3450" b="0">
                <a:solidFill>
                  <a:srgbClr val="283D32"/>
                </a:solidFill>
                <a:latin typeface="Georgia"/>
                <a:ea typeface="Georgia"/>
                <a:cs typeface="Georgia"/>
              </a:defRPr>
            </a:lvl2pPr>
            <a:lvl3pPr>
              <a:defRPr sz="3450" b="0">
                <a:solidFill>
                  <a:srgbClr val="283D32"/>
                </a:solidFill>
                <a:latin typeface="Georgia"/>
                <a:ea typeface="Georgia"/>
                <a:cs typeface="Georgia"/>
              </a:defRPr>
            </a:lvl3pPr>
            <a:lvl4pPr>
              <a:defRPr sz="3450" b="0">
                <a:solidFill>
                  <a:srgbClr val="283D32"/>
                </a:solidFill>
                <a:latin typeface="Georgia"/>
                <a:ea typeface="Georgia"/>
                <a:cs typeface="Georgia"/>
              </a:defRPr>
            </a:lvl4pPr>
            <a:lvl5pPr>
              <a:defRPr sz="3450" b="0">
                <a:solidFill>
                  <a:srgbClr val="283D32"/>
                </a:solidFill>
                <a:latin typeface="Georgia"/>
                <a:ea typeface="Georgia"/>
                <a:cs typeface="Georgia"/>
              </a:defRPr>
            </a:lvl5pPr>
            <a:lvl6pPr>
              <a:defRPr sz="3450" b="0">
                <a:solidFill>
                  <a:srgbClr val="283D32"/>
                </a:solidFill>
                <a:latin typeface="Georgia"/>
                <a:ea typeface="Georgia"/>
                <a:cs typeface="Georgia"/>
              </a:defRPr>
            </a:lvl6pPr>
            <a:lvl7pPr>
              <a:defRPr sz="3450" b="0">
                <a:solidFill>
                  <a:srgbClr val="283D32"/>
                </a:solidFill>
                <a:latin typeface="Georgia"/>
                <a:ea typeface="Georgia"/>
                <a:cs typeface="Georgia"/>
              </a:defRPr>
            </a:lvl7pPr>
            <a:lvl8pPr>
              <a:defRPr sz="3450" b="0">
                <a:solidFill>
                  <a:srgbClr val="283D32"/>
                </a:solidFill>
                <a:latin typeface="Georgia"/>
                <a:ea typeface="Georgia"/>
                <a:cs typeface="Georgia"/>
              </a:defRPr>
            </a:lvl8pPr>
            <a:lvl9pPr>
              <a:defRPr sz="3450" b="0">
                <a:solidFill>
                  <a:srgbClr val="283D32"/>
                </a:solidFill>
                <a:latin typeface="Georgia"/>
                <a:ea typeface="Georgia"/>
                <a:cs typeface="Georgia"/>
              </a:defRPr>
            </a:lvl9pPr>
          </a:lstStyle>
          <a:p xmlns:a="http://schemas.openxmlformats.org/drawingml/2006/main">
            <a:pPr>
              <a:defRPr sz="3450" b="0">
                <a:solidFill>
                  <a:srgbClr val="283D32"/>
                </a:solidFill>
                <a:latin typeface="Georgia"/>
                <a:ea typeface="Georgia"/>
                <a:cs typeface="Georgia"/>
              </a:defRPr>
            </a:pPr>
            <a:r>
              <a:rPr sz="3450" b="0">
                <a:solidFill>
                  <a:srgbClr val="283D32"/>
                </a:solidFill>
                <a:latin typeface="Georgia"/>
                <a:ea typeface="Georgia"/>
                <a:cs typeface="Georgia"/>
              </a:rPr>
              <a:t>The first production change</a:t>
            </a:r>
          </a:p>
        </p:txBody>
      </p:sp>
      <p:sp>
        <p:nvSpPr>
          <p:cNvPr id="2" name="">
            <a:extLst xmlns:a="http://schemas.openxmlformats.org/drawingml/2006/main">
              <a:ext uri="{FF2B5EF4-FFF2-40B4-BE49-F238E27FC236}">
                <a16:creationId xmlns:a16="http://schemas.microsoft.com/office/drawing/2014/main" id="{60925396-976E-4A99-BB45-2C86C9203A1E}"/>
              </a:ext>
            </a:extLst>
          </p:cNvPr>
          <p:cNvSpPr>
            <a:spLocks xmlns:a="http://schemas.openxmlformats.org/drawingml/2006/main" noGrp="1"/>
          </p:cNvSpPr>
          <p:nvPr/>
        </p:nvSpPr>
        <p:spPr>
          <a:xfrm xmlns:a="http://schemas.openxmlformats.org/drawingml/2006/main">
            <a:off x="609600" y="6343650"/>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57462"/>
                </a:solidFill>
                <a:latin typeface="Arial"/>
                <a:ea typeface="Arial"/>
                <a:cs typeface="Arial"/>
              </a:defRPr>
            </a:defPPr>
            <a:lvl1pPr>
              <a:defRPr sz="1125" b="0">
                <a:solidFill>
                  <a:srgbClr val="657462"/>
                </a:solidFill>
                <a:latin typeface="Arial"/>
                <a:ea typeface="Arial"/>
                <a:cs typeface="Arial"/>
              </a:defRPr>
            </a:lvl1pPr>
            <a:lvl2pPr>
              <a:defRPr sz="1125" b="0">
                <a:solidFill>
                  <a:srgbClr val="657462"/>
                </a:solidFill>
                <a:latin typeface="Arial"/>
                <a:ea typeface="Arial"/>
                <a:cs typeface="Arial"/>
              </a:defRPr>
            </a:lvl2pPr>
            <a:lvl3pPr>
              <a:defRPr sz="1125" b="0">
                <a:solidFill>
                  <a:srgbClr val="657462"/>
                </a:solidFill>
                <a:latin typeface="Arial"/>
                <a:ea typeface="Arial"/>
                <a:cs typeface="Arial"/>
              </a:defRPr>
            </a:lvl3pPr>
            <a:lvl4pPr>
              <a:defRPr sz="1125" b="0">
                <a:solidFill>
                  <a:srgbClr val="657462"/>
                </a:solidFill>
                <a:latin typeface="Arial"/>
                <a:ea typeface="Arial"/>
                <a:cs typeface="Arial"/>
              </a:defRPr>
            </a:lvl4pPr>
            <a:lvl5pPr>
              <a:defRPr sz="1125" b="0">
                <a:solidFill>
                  <a:srgbClr val="657462"/>
                </a:solidFill>
                <a:latin typeface="Arial"/>
                <a:ea typeface="Arial"/>
                <a:cs typeface="Arial"/>
              </a:defRPr>
            </a:lvl5pPr>
            <a:lvl6pPr>
              <a:defRPr sz="1125" b="0">
                <a:solidFill>
                  <a:srgbClr val="657462"/>
                </a:solidFill>
                <a:latin typeface="Arial"/>
                <a:ea typeface="Arial"/>
                <a:cs typeface="Arial"/>
              </a:defRPr>
            </a:lvl6pPr>
            <a:lvl7pPr>
              <a:defRPr sz="1125" b="0">
                <a:solidFill>
                  <a:srgbClr val="657462"/>
                </a:solidFill>
                <a:latin typeface="Arial"/>
                <a:ea typeface="Arial"/>
                <a:cs typeface="Arial"/>
              </a:defRPr>
            </a:lvl7pPr>
            <a:lvl8pPr>
              <a:defRPr sz="1125" b="0">
                <a:solidFill>
                  <a:srgbClr val="657462"/>
                </a:solidFill>
                <a:latin typeface="Arial"/>
                <a:ea typeface="Arial"/>
                <a:cs typeface="Arial"/>
              </a:defRPr>
            </a:lvl8pPr>
            <a:lvl9pPr>
              <a:defRPr sz="1125" b="0">
                <a:solidFill>
                  <a:srgbClr val="657462"/>
                </a:solidFill>
                <a:latin typeface="Arial"/>
                <a:ea typeface="Arial"/>
                <a:cs typeface="Arial"/>
              </a:defRPr>
            </a:lvl9pPr>
          </a:lstStyle>
          <a:p xmlns:a="http://schemas.openxmlformats.org/drawingml/2006/main">
            <a:pPr>
              <a:defRPr sz="1125" b="0">
                <a:solidFill>
                  <a:srgbClr val="657462"/>
                </a:solidFill>
                <a:latin typeface="Arial"/>
                <a:ea typeface="Arial"/>
                <a:cs typeface="Arial"/>
              </a:defRPr>
            </a:pPr>
            <a:r>
              <a:rPr sz="1125" b="0">
                <a:solidFill>
                  <a:srgbClr val="657462"/>
                </a:solidFill>
                <a:latin typeface="Arial"/>
                <a:ea typeface="Arial"/>
                <a:cs typeface="Arial"/>
              </a:rPr>
              <a:t>BOOKLY / DEWEY                                      5 / 5</a:t>
            </a:r>
          </a:p>
        </p:txBody>
      </p:sp>
      <p:sp>
        <p:nvSpPr>
          <p:cNvPr id="3" name="">
            <a:extLst xmlns:a="http://schemas.openxmlformats.org/drawingml/2006/main">
              <a:ext uri="{FF2B5EF4-FFF2-40B4-BE49-F238E27FC236}">
                <a16:creationId xmlns:a16="http://schemas.microsoft.com/office/drawing/2014/main" id="{C9BBC9F6-B359-477D-A7E4-110BCAA7ABC1}"/>
              </a:ext>
            </a:extLst>
          </p:cNvPr>
          <p:cNvSpPr>
            <a:spLocks xmlns:a="http://schemas.openxmlformats.org/drawingml/2006/main" noGrp="1"/>
          </p:cNvSpPr>
          <p:nvPr/>
        </p:nvSpPr>
        <p:spPr>
          <a:xfrm xmlns:a="http://schemas.openxmlformats.org/drawingml/2006/main">
            <a:off x="609600" y="1524000"/>
            <a:ext cx="108585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000" b="0">
                <a:solidFill>
                  <a:srgbClr val="496B4A"/>
                </a:solidFill>
                <a:latin typeface="Georgia"/>
                <a:ea typeface="Georgia"/>
                <a:cs typeface="Georgia"/>
              </a:defRPr>
            </a:defPPr>
            <a:lvl1pPr>
              <a:defRPr sz="3000" b="0">
                <a:solidFill>
                  <a:srgbClr val="496B4A"/>
                </a:solidFill>
                <a:latin typeface="Georgia"/>
                <a:ea typeface="Georgia"/>
                <a:cs typeface="Georgia"/>
              </a:defRPr>
            </a:lvl1pPr>
            <a:lvl2pPr>
              <a:defRPr sz="3000" b="0">
                <a:solidFill>
                  <a:srgbClr val="496B4A"/>
                </a:solidFill>
                <a:latin typeface="Georgia"/>
                <a:ea typeface="Georgia"/>
                <a:cs typeface="Georgia"/>
              </a:defRPr>
            </a:lvl2pPr>
            <a:lvl3pPr>
              <a:defRPr sz="3000" b="0">
                <a:solidFill>
                  <a:srgbClr val="496B4A"/>
                </a:solidFill>
                <a:latin typeface="Georgia"/>
                <a:ea typeface="Georgia"/>
                <a:cs typeface="Georgia"/>
              </a:defRPr>
            </a:lvl3pPr>
            <a:lvl4pPr>
              <a:defRPr sz="3000" b="0">
                <a:solidFill>
                  <a:srgbClr val="496B4A"/>
                </a:solidFill>
                <a:latin typeface="Georgia"/>
                <a:ea typeface="Georgia"/>
                <a:cs typeface="Georgia"/>
              </a:defRPr>
            </a:lvl4pPr>
            <a:lvl5pPr>
              <a:defRPr sz="3000" b="0">
                <a:solidFill>
                  <a:srgbClr val="496B4A"/>
                </a:solidFill>
                <a:latin typeface="Georgia"/>
                <a:ea typeface="Georgia"/>
                <a:cs typeface="Georgia"/>
              </a:defRPr>
            </a:lvl5pPr>
            <a:lvl6pPr>
              <a:defRPr sz="3000" b="0">
                <a:solidFill>
                  <a:srgbClr val="496B4A"/>
                </a:solidFill>
                <a:latin typeface="Georgia"/>
                <a:ea typeface="Georgia"/>
                <a:cs typeface="Georgia"/>
              </a:defRPr>
            </a:lvl6pPr>
            <a:lvl7pPr>
              <a:defRPr sz="3000" b="0">
                <a:solidFill>
                  <a:srgbClr val="496B4A"/>
                </a:solidFill>
                <a:latin typeface="Georgia"/>
                <a:ea typeface="Georgia"/>
                <a:cs typeface="Georgia"/>
              </a:defRPr>
            </a:lvl7pPr>
            <a:lvl8pPr>
              <a:defRPr sz="3000" b="0">
                <a:solidFill>
                  <a:srgbClr val="496B4A"/>
                </a:solidFill>
                <a:latin typeface="Georgia"/>
                <a:ea typeface="Georgia"/>
                <a:cs typeface="Georgia"/>
              </a:defRPr>
            </a:lvl8pPr>
            <a:lvl9pPr>
              <a:defRPr sz="3000" b="0">
                <a:solidFill>
                  <a:srgbClr val="496B4A"/>
                </a:solidFill>
                <a:latin typeface="Georgia"/>
                <a:ea typeface="Georgia"/>
                <a:cs typeface="Georgia"/>
              </a:defRPr>
            </a:lvl9pPr>
          </a:lstStyle>
          <a:p xmlns:a="http://schemas.openxmlformats.org/drawingml/2006/main">
            <a:pPr>
              <a:defRPr sz="3000" b="0">
                <a:solidFill>
                  <a:srgbClr val="496B4A"/>
                </a:solidFill>
                <a:latin typeface="Georgia"/>
                <a:ea typeface="Georgia"/>
                <a:cs typeface="Georgia"/>
              </a:defRPr>
            </a:pPr>
            <a:r>
              <a:rPr sz="3000" b="0">
                <a:solidFill>
                  <a:srgbClr val="496B4A"/>
                </a:solidFill>
                <a:latin typeface="Georgia"/>
                <a:ea typeface="Georgia"/>
                <a:cs typeface="Georgia"/>
              </a:rPr>
              <a:t>Authenticated customers.</a:t>
            </a:r>
          </a:p>
          <a:p xmlns:a="http://schemas.openxmlformats.org/drawingml/2006/main">
            <a:pPr>
              <a:defRPr sz="3000" b="0">
                <a:solidFill>
                  <a:srgbClr val="496B4A"/>
                </a:solidFill>
                <a:latin typeface="Georgia"/>
                <a:ea typeface="Georgia"/>
                <a:cs typeface="Georgia"/>
              </a:defRPr>
            </a:pPr>
            <a:r>
              <a:rPr sz="3000" b="0">
                <a:solidFill>
                  <a:srgbClr val="496B4A"/>
                </a:solidFill>
                <a:latin typeface="Georgia"/>
                <a:ea typeface="Georgia"/>
                <a:cs typeface="Georgia"/>
              </a:rPr>
              <a:t>Real, durable order and return systems.</a:t>
            </a:r>
          </a:p>
        </p:txBody>
      </p:sp>
      <p:sp>
        <p:nvSpPr>
          <p:cNvPr id="4" name="">
            <a:extLst xmlns:a="http://schemas.openxmlformats.org/drawingml/2006/main">
              <a:ext uri="{FF2B5EF4-FFF2-40B4-BE49-F238E27FC236}">
                <a16:creationId xmlns:a16="http://schemas.microsoft.com/office/drawing/2014/main" id="{029FA50C-8071-41FB-B5D2-B0F812C3201B}"/>
              </a:ext>
            </a:extLst>
          </p:cNvPr>
          <p:cNvSpPr>
            <a:spLocks xmlns:a="http://schemas.openxmlformats.org/drawingml/2006/main" noGrp="1"/>
          </p:cNvSpPr>
          <p:nvPr/>
        </p:nvSpPr>
        <p:spPr>
          <a:xfrm xmlns:a="http://schemas.openxmlformats.org/drawingml/2006/main">
            <a:off x="609600" y="3190875"/>
            <a:ext cx="10858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283D32"/>
                </a:solidFill>
                <a:latin typeface="Arial"/>
                <a:ea typeface="Arial"/>
                <a:cs typeface="Arial"/>
              </a:defRPr>
            </a:defPPr>
            <a:lvl1pPr>
              <a:defRPr sz="2175" b="0">
                <a:solidFill>
                  <a:srgbClr val="283D32"/>
                </a:solidFill>
                <a:latin typeface="Arial"/>
                <a:ea typeface="Arial"/>
                <a:cs typeface="Arial"/>
              </a:defRPr>
            </a:lvl1pPr>
            <a:lvl2pPr>
              <a:defRPr sz="2175" b="0">
                <a:solidFill>
                  <a:srgbClr val="283D32"/>
                </a:solidFill>
                <a:latin typeface="Arial"/>
                <a:ea typeface="Arial"/>
                <a:cs typeface="Arial"/>
              </a:defRPr>
            </a:lvl2pPr>
            <a:lvl3pPr>
              <a:defRPr sz="2175" b="0">
                <a:solidFill>
                  <a:srgbClr val="283D32"/>
                </a:solidFill>
                <a:latin typeface="Arial"/>
                <a:ea typeface="Arial"/>
                <a:cs typeface="Arial"/>
              </a:defRPr>
            </a:lvl3pPr>
            <a:lvl4pPr>
              <a:defRPr sz="2175" b="0">
                <a:solidFill>
                  <a:srgbClr val="283D32"/>
                </a:solidFill>
                <a:latin typeface="Arial"/>
                <a:ea typeface="Arial"/>
                <a:cs typeface="Arial"/>
              </a:defRPr>
            </a:lvl4pPr>
            <a:lvl5pPr>
              <a:defRPr sz="2175" b="0">
                <a:solidFill>
                  <a:srgbClr val="283D32"/>
                </a:solidFill>
                <a:latin typeface="Arial"/>
                <a:ea typeface="Arial"/>
                <a:cs typeface="Arial"/>
              </a:defRPr>
            </a:lvl5pPr>
            <a:lvl6pPr>
              <a:defRPr sz="2175" b="0">
                <a:solidFill>
                  <a:srgbClr val="283D32"/>
                </a:solidFill>
                <a:latin typeface="Arial"/>
                <a:ea typeface="Arial"/>
                <a:cs typeface="Arial"/>
              </a:defRPr>
            </a:lvl6pPr>
            <a:lvl7pPr>
              <a:defRPr sz="2175" b="0">
                <a:solidFill>
                  <a:srgbClr val="283D32"/>
                </a:solidFill>
                <a:latin typeface="Arial"/>
                <a:ea typeface="Arial"/>
                <a:cs typeface="Arial"/>
              </a:defRPr>
            </a:lvl7pPr>
            <a:lvl8pPr>
              <a:defRPr sz="2175" b="0">
                <a:solidFill>
                  <a:srgbClr val="283D32"/>
                </a:solidFill>
                <a:latin typeface="Arial"/>
                <a:ea typeface="Arial"/>
                <a:cs typeface="Arial"/>
              </a:defRPr>
            </a:lvl8pPr>
            <a:lvl9pPr>
              <a:defRPr sz="2175" b="0">
                <a:solidFill>
                  <a:srgbClr val="283D32"/>
                </a:solidFill>
                <a:latin typeface="Arial"/>
                <a:ea typeface="Arial"/>
                <a:cs typeface="Arial"/>
              </a:defRPr>
            </a:lvl9pPr>
          </a:lstStyle>
          <a:p xmlns:a="http://schemas.openxmlformats.org/drawingml/2006/main">
            <a:pPr>
              <a:defRPr sz="2175" b="0">
                <a:solidFill>
                  <a:srgbClr val="283D32"/>
                </a:solidFill>
                <a:latin typeface="Arial"/>
                <a:ea typeface="Arial"/>
                <a:cs typeface="Arial"/>
              </a:defRPr>
            </a:pPr>
            <a:r>
              <a:rPr sz="2175" b="0">
                <a:solidFill>
                  <a:srgbClr val="283D32"/>
                </a:solidFill>
                <a:latin typeface="Arial"/>
                <a:ea typeface="Arial"/>
                <a:cs typeface="Arial"/>
              </a:rPr>
              <a:t>Order ownership checks and idempotent writes must replace</a:t>
            </a:r>
          </a:p>
          <a:p xmlns:a="http://schemas.openxmlformats.org/drawingml/2006/main">
            <a:pPr>
              <a:defRPr sz="2175" b="0">
                <a:solidFill>
                  <a:srgbClr val="283D32"/>
                </a:solidFill>
                <a:latin typeface="Arial"/>
                <a:ea typeface="Arial"/>
                <a:cs typeface="Arial"/>
              </a:defRPr>
            </a:pPr>
            <a:r>
              <a:rPr sz="2175" b="0">
                <a:solidFill>
                  <a:srgbClr val="283D32"/>
                </a:solidFill>
                <a:latin typeface="Arial"/>
                <a:ea typeface="Arial"/>
                <a:cs typeface="Arial"/>
              </a:rPr>
              <a:t>the session-only mock before handling real customer actions.</a:t>
            </a:r>
          </a:p>
        </p:txBody>
      </p:sp>
      <p:sp>
        <p:nvSpPr>
          <p:cNvPr id="5" name="">
            <a:extLst xmlns:a="http://schemas.openxmlformats.org/drawingml/2006/main">
              <a:ext uri="{FF2B5EF4-FFF2-40B4-BE49-F238E27FC236}">
                <a16:creationId xmlns:a16="http://schemas.microsoft.com/office/drawing/2014/main" id="{A9033F59-81CD-401A-8767-028F7BC99E2E}"/>
              </a:ext>
            </a:extLst>
          </p:cNvPr>
          <p:cNvSpPr>
            <a:spLocks xmlns:a="http://schemas.openxmlformats.org/drawingml/2006/main" noGrp="1"/>
          </p:cNvSpPr>
          <p:nvPr/>
        </p:nvSpPr>
        <p:spPr>
          <a:xfrm xmlns:a="http://schemas.openxmlformats.org/drawingml/2006/main">
            <a:off x="609600" y="4667250"/>
            <a:ext cx="10858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283D32"/>
                </a:solidFill>
                <a:latin typeface="Arial"/>
                <a:ea typeface="Arial"/>
                <a:cs typeface="Arial"/>
              </a:defRPr>
            </a:defPPr>
            <a:lvl1pPr>
              <a:defRPr sz="2400" b="1">
                <a:solidFill>
                  <a:srgbClr val="283D32"/>
                </a:solidFill>
                <a:latin typeface="Arial"/>
                <a:ea typeface="Arial"/>
                <a:cs typeface="Arial"/>
              </a:defRPr>
            </a:lvl1pPr>
            <a:lvl2pPr>
              <a:defRPr sz="2400" b="1">
                <a:solidFill>
                  <a:srgbClr val="283D32"/>
                </a:solidFill>
                <a:latin typeface="Arial"/>
                <a:ea typeface="Arial"/>
                <a:cs typeface="Arial"/>
              </a:defRPr>
            </a:lvl2pPr>
            <a:lvl3pPr>
              <a:defRPr sz="2400" b="1">
                <a:solidFill>
                  <a:srgbClr val="283D32"/>
                </a:solidFill>
                <a:latin typeface="Arial"/>
                <a:ea typeface="Arial"/>
                <a:cs typeface="Arial"/>
              </a:defRPr>
            </a:lvl3pPr>
            <a:lvl4pPr>
              <a:defRPr sz="2400" b="1">
                <a:solidFill>
                  <a:srgbClr val="283D32"/>
                </a:solidFill>
                <a:latin typeface="Arial"/>
                <a:ea typeface="Arial"/>
                <a:cs typeface="Arial"/>
              </a:defRPr>
            </a:lvl4pPr>
            <a:lvl5pPr>
              <a:defRPr sz="2400" b="1">
                <a:solidFill>
                  <a:srgbClr val="283D32"/>
                </a:solidFill>
                <a:latin typeface="Arial"/>
                <a:ea typeface="Arial"/>
                <a:cs typeface="Arial"/>
              </a:defRPr>
            </a:lvl5pPr>
            <a:lvl6pPr>
              <a:defRPr sz="2400" b="1">
                <a:solidFill>
                  <a:srgbClr val="283D32"/>
                </a:solidFill>
                <a:latin typeface="Arial"/>
                <a:ea typeface="Arial"/>
                <a:cs typeface="Arial"/>
              </a:defRPr>
            </a:lvl6pPr>
            <a:lvl7pPr>
              <a:defRPr sz="2400" b="1">
                <a:solidFill>
                  <a:srgbClr val="283D32"/>
                </a:solidFill>
                <a:latin typeface="Arial"/>
                <a:ea typeface="Arial"/>
                <a:cs typeface="Arial"/>
              </a:defRPr>
            </a:lvl7pPr>
            <a:lvl8pPr>
              <a:defRPr sz="2400" b="1">
                <a:solidFill>
                  <a:srgbClr val="283D32"/>
                </a:solidFill>
                <a:latin typeface="Arial"/>
                <a:ea typeface="Arial"/>
                <a:cs typeface="Arial"/>
              </a:defRPr>
            </a:lvl8pPr>
            <a:lvl9pPr>
              <a:defRPr sz="2400" b="1">
                <a:solidFill>
                  <a:srgbClr val="283D32"/>
                </a:solidFill>
                <a:latin typeface="Arial"/>
                <a:ea typeface="Arial"/>
                <a:cs typeface="Arial"/>
              </a:defRPr>
            </a:lvl9pPr>
          </a:lstStyle>
          <a:p xmlns:a="http://schemas.openxmlformats.org/drawingml/2006/main">
            <a:pPr>
              <a:defRPr sz="2400" b="1">
                <a:solidFill>
                  <a:srgbClr val="283D32"/>
                </a:solidFill>
                <a:latin typeface="Arial"/>
                <a:ea typeface="Arial"/>
                <a:cs typeface="Arial"/>
              </a:defRPr>
            </a:pPr>
            <a:r>
              <a:rPr sz="2400" b="1">
                <a:solidFill>
                  <a:srgbClr val="283D32"/>
                </a:solidFill>
                <a:latin typeface="Arial"/>
                <a:ea typeface="Arial"/>
                <a:cs typeface="Arial"/>
              </a:rPr>
              <a:t>Then: evaluate and challenge Dewey</a:t>
            </a:r>
          </a:p>
        </p:txBody>
      </p:sp>
      <p:sp>
        <p:nvSpPr>
          <p:cNvPr id="6" name="">
            <a:extLst xmlns:a="http://schemas.openxmlformats.org/drawingml/2006/main">
              <a:ext uri="{FF2B5EF4-FFF2-40B4-BE49-F238E27FC236}">
                <a16:creationId xmlns:a16="http://schemas.microsoft.com/office/drawing/2014/main" id="{D9CE2E4B-5128-48EC-B703-B772687B23E4}"/>
              </a:ext>
            </a:extLst>
          </p:cNvPr>
          <p:cNvSpPr>
            <a:spLocks xmlns:a="http://schemas.openxmlformats.org/drawingml/2006/main" noGrp="1"/>
          </p:cNvSpPr>
          <p:nvPr/>
        </p:nvSpPr>
        <p:spPr>
          <a:xfrm xmlns:a="http://schemas.openxmlformats.org/drawingml/2006/main">
            <a:off x="609600" y="5334000"/>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283D32"/>
                </a:solidFill>
                <a:latin typeface="Arial"/>
                <a:ea typeface="Arial"/>
                <a:cs typeface="Arial"/>
              </a:defRPr>
            </a:defPPr>
            <a:lvl1pPr>
              <a:defRPr sz="2025" b="0">
                <a:solidFill>
                  <a:srgbClr val="283D32"/>
                </a:solidFill>
                <a:latin typeface="Arial"/>
                <a:ea typeface="Arial"/>
                <a:cs typeface="Arial"/>
              </a:defRPr>
            </a:lvl1pPr>
            <a:lvl2pPr>
              <a:defRPr sz="2025" b="0">
                <a:solidFill>
                  <a:srgbClr val="283D32"/>
                </a:solidFill>
                <a:latin typeface="Arial"/>
                <a:ea typeface="Arial"/>
                <a:cs typeface="Arial"/>
              </a:defRPr>
            </a:lvl2pPr>
            <a:lvl3pPr>
              <a:defRPr sz="2025" b="0">
                <a:solidFill>
                  <a:srgbClr val="283D32"/>
                </a:solidFill>
                <a:latin typeface="Arial"/>
                <a:ea typeface="Arial"/>
                <a:cs typeface="Arial"/>
              </a:defRPr>
            </a:lvl3pPr>
            <a:lvl4pPr>
              <a:defRPr sz="2025" b="0">
                <a:solidFill>
                  <a:srgbClr val="283D32"/>
                </a:solidFill>
                <a:latin typeface="Arial"/>
                <a:ea typeface="Arial"/>
                <a:cs typeface="Arial"/>
              </a:defRPr>
            </a:lvl4pPr>
            <a:lvl5pPr>
              <a:defRPr sz="2025" b="0">
                <a:solidFill>
                  <a:srgbClr val="283D32"/>
                </a:solidFill>
                <a:latin typeface="Arial"/>
                <a:ea typeface="Arial"/>
                <a:cs typeface="Arial"/>
              </a:defRPr>
            </a:lvl5pPr>
            <a:lvl6pPr>
              <a:defRPr sz="2025" b="0">
                <a:solidFill>
                  <a:srgbClr val="283D32"/>
                </a:solidFill>
                <a:latin typeface="Arial"/>
                <a:ea typeface="Arial"/>
                <a:cs typeface="Arial"/>
              </a:defRPr>
            </a:lvl6pPr>
            <a:lvl7pPr>
              <a:defRPr sz="2025" b="0">
                <a:solidFill>
                  <a:srgbClr val="283D32"/>
                </a:solidFill>
                <a:latin typeface="Arial"/>
                <a:ea typeface="Arial"/>
                <a:cs typeface="Arial"/>
              </a:defRPr>
            </a:lvl7pPr>
            <a:lvl8pPr>
              <a:defRPr sz="2025" b="0">
                <a:solidFill>
                  <a:srgbClr val="283D32"/>
                </a:solidFill>
                <a:latin typeface="Arial"/>
                <a:ea typeface="Arial"/>
                <a:cs typeface="Arial"/>
              </a:defRPr>
            </a:lvl8pPr>
            <a:lvl9pPr>
              <a:defRPr sz="2025" b="0">
                <a:solidFill>
                  <a:srgbClr val="283D32"/>
                </a:solidFill>
                <a:latin typeface="Arial"/>
                <a:ea typeface="Arial"/>
                <a:cs typeface="Arial"/>
              </a:defRPr>
            </a:lvl9pPr>
          </a:lstStyle>
          <a:p xmlns:a="http://schemas.openxmlformats.org/drawingml/2006/main">
            <a:pPr>
              <a:defRPr sz="2025" b="0">
                <a:solidFill>
                  <a:srgbClr val="283D32"/>
                </a:solidFill>
                <a:latin typeface="Arial"/>
                <a:ea typeface="Arial"/>
                <a:cs typeface="Arial"/>
              </a:defRPr>
            </a:pPr>
            <a:r>
              <a:rPr sz="2025" b="0">
                <a:solidFill>
                  <a:srgbClr val="283D32"/>
                </a:solidFill>
                <a:latin typeface="Arial"/>
                <a:ea typeface="Arial"/>
                <a:cs typeface="Arial"/>
              </a:rPr>
              <a:t>Adversarial conversation evaluator + pre-send evidence checker.</a:t>
            </a:r>
          </a:p>
          <a:p xmlns:a="http://schemas.openxmlformats.org/drawingml/2006/main">
            <a:pPr>
              <a:defRPr sz="2025" b="0">
                <a:solidFill>
                  <a:srgbClr val="283D32"/>
                </a:solidFill>
                <a:latin typeface="Arial"/>
                <a:ea typeface="Arial"/>
                <a:cs typeface="Arial"/>
              </a:defRPr>
            </a:pPr>
            <a:r>
              <a:rPr sz="2025" b="0">
                <a:solidFill>
                  <a:srgbClr val="283D32"/>
                </a:solidFill>
                <a:latin typeface="Arial"/>
                <a:ea typeface="Arial"/>
                <a:cs typeface="Arial"/>
              </a:rPr>
              <a:t>Measure quality, latency, cost, and false alarms before rollout.</a:t>
            </a:r>
          </a:p>
        </p:txBody>
      </p:sp>
    </p:spTree>
    <p:extLst>
      <p:ext uri="{BB962C8B-B14F-4D97-AF65-F5344CB8AC3E}">
        <p14:creationId xmlns:p14="http://schemas.microsoft.com/office/powerpoint/2010/main" val="88887993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2026-10-24T23:24:51.4180000Z</dcterms:created>
  <dcterms:modified xsi:type="dcterms:W3CDTF">2026-10-24T23:24:51.4180000Z</dcterms:modified>
</coreProperties>
</file>